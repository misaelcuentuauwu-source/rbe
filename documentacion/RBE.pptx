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260" r:id="rId5"/>
    <p:sldId id="261" r:id="rId6"/>
    <p:sldId id="262" r:id="rId7"/>
    <p:sldId id="267" r:id="rId8"/>
    <p:sldId id="268" r:id="rId9"/>
    <p:sldId id="269" r:id="rId10"/>
    <p:sldId id="265" r:id="rId11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7237"/>
    <a:srgbClr val="1181C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96" autoAdjust="0"/>
    <p:restoredTop sz="94660"/>
  </p:normalViewPr>
  <p:slideViewPr>
    <p:cSldViewPr snapToGrid="0">
      <p:cViewPr varScale="1">
        <p:scale>
          <a:sx n="78" d="100"/>
          <a:sy n="78" d="100"/>
        </p:scale>
        <p:origin x="826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CA0979-F579-4E9B-A675-1F5ABBFF00DB}" type="datetimeFigureOut">
              <a:rPr lang="en-US" dirty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1435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 userDrawn="1">
          <p15:clr>
            <a:srgbClr val="FBAE40"/>
          </p15:clr>
        </p15:guide>
        <p15:guide id="6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7156E-175E-4DBA-9D21-B772C320F342}" type="datetimeFigureOut">
              <a:rPr lang="en-US" dirty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4116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895F6E-3D02-4292-95D1-C62B3126321B}" type="datetimeFigureOut">
              <a:rPr lang="en-US" dirty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929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B5ACB-D10C-44A8-9570-124370F4CB38}" type="datetimeFigureOut">
              <a:rPr lang="en-US" dirty="0"/>
              <a:t>12/2/2025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63032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8D84F4-0E7A-4BDE-98C6-AE68FB974645}" type="datetimeFigureOut">
              <a:rPr lang="en-US" dirty="0"/>
              <a:t>12/2/2025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76893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FF1D8-9801-4C4B-92F3-66C9A863BD74}" type="datetimeFigureOut">
              <a:rPr lang="en-US" dirty="0"/>
              <a:t>12/2/2025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7702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FE8FD-B23E-4E1A-83EF-0847EBEA0105}" type="datetimeFigureOut">
              <a:rPr lang="en-US" dirty="0"/>
              <a:t>12/2/2025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17687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DF891E-A7C2-465C-AD39-8EDCB0F58E3C}" type="datetimeFigureOut">
              <a:rPr lang="en-US" dirty="0"/>
              <a:t>12/2/2025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1035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F93E5-AFB6-485C-8E3C-32F92A07875F}" type="datetimeFigureOut">
              <a:rPr lang="en-US" dirty="0"/>
              <a:t>12/2/2025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40502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76D0F-5A12-4D0A-80B0-1A6122B61E7B}" type="datetimeFigureOut">
              <a:rPr lang="en-US" dirty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41627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E8C84-89CA-44AB-B0BE-5C91BAF75478}" type="datetimeFigureOut">
              <a:rPr lang="en-US" dirty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03473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3A332BE1-279E-4118-9FE3-7952B079A510}" type="datetimeFigureOut">
              <a:rPr lang="en-US" dirty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4440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 userDrawn="1">
          <p15:clr>
            <a:srgbClr val="F26B43"/>
          </p15:clr>
        </p15:guide>
        <p15:guide id="6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D97A589B-A3B5-2901-A8E2-C9C7E167B547}"/>
              </a:ext>
            </a:extLst>
          </p:cNvPr>
          <p:cNvGrpSpPr/>
          <p:nvPr/>
        </p:nvGrpSpPr>
        <p:grpSpPr>
          <a:xfrm>
            <a:off x="9312000" y="-1"/>
            <a:ext cx="2880000" cy="6858000"/>
            <a:chOff x="9312000" y="-1"/>
            <a:chExt cx="2880000" cy="6858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309E3C1-F54B-395A-C784-8CEFED071041}"/>
                </a:ext>
              </a:extLst>
            </p:cNvPr>
            <p:cNvSpPr/>
            <p:nvPr/>
          </p:nvSpPr>
          <p:spPr>
            <a:xfrm flipH="1">
              <a:off x="10752000" y="-1"/>
              <a:ext cx="1440000" cy="6858000"/>
            </a:xfrm>
            <a:prstGeom prst="rect">
              <a:avLst/>
            </a:prstGeom>
            <a:solidFill>
              <a:srgbClr val="1181C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19" name="Isosceles Triangle 18">
              <a:extLst>
                <a:ext uri="{FF2B5EF4-FFF2-40B4-BE49-F238E27FC236}">
                  <a16:creationId xmlns:a16="http://schemas.microsoft.com/office/drawing/2014/main" id="{35110857-1D5F-D5CF-7239-A475EB3BD22E}"/>
                </a:ext>
              </a:extLst>
            </p:cNvPr>
            <p:cNvSpPr/>
            <p:nvPr/>
          </p:nvSpPr>
          <p:spPr>
            <a:xfrm>
              <a:off x="9312000" y="3977999"/>
              <a:ext cx="2880000" cy="2880000"/>
            </a:xfrm>
            <a:prstGeom prst="triangle">
              <a:avLst>
                <a:gd name="adj" fmla="val 100000"/>
              </a:avLst>
            </a:prstGeom>
            <a:solidFill>
              <a:srgbClr val="1181C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CC0DA7A5-60D7-5ABF-AAC0-EB2EB9CE9D8D}"/>
                </a:ext>
              </a:extLst>
            </p:cNvPr>
            <p:cNvSpPr/>
            <p:nvPr/>
          </p:nvSpPr>
          <p:spPr>
            <a:xfrm flipV="1">
              <a:off x="9312000" y="-1"/>
              <a:ext cx="2880000" cy="2880000"/>
            </a:xfrm>
            <a:prstGeom prst="triangle">
              <a:avLst>
                <a:gd name="adj" fmla="val 100000"/>
              </a:avLst>
            </a:prstGeom>
            <a:solidFill>
              <a:srgbClr val="1181C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AACE8ED-6D04-04D0-5B97-FE571F989501}"/>
              </a:ext>
            </a:extLst>
          </p:cNvPr>
          <p:cNvGrpSpPr/>
          <p:nvPr/>
        </p:nvGrpSpPr>
        <p:grpSpPr>
          <a:xfrm>
            <a:off x="0" y="-1"/>
            <a:ext cx="2880000" cy="6858001"/>
            <a:chOff x="0" y="-1"/>
            <a:chExt cx="2880000" cy="685800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25E376F-60A5-E696-65AB-A4C3E5CA66E4}"/>
                </a:ext>
              </a:extLst>
            </p:cNvPr>
            <p:cNvSpPr/>
            <p:nvPr/>
          </p:nvSpPr>
          <p:spPr>
            <a:xfrm>
              <a:off x="0" y="0"/>
              <a:ext cx="1440000" cy="6858000"/>
            </a:xfrm>
            <a:prstGeom prst="rect">
              <a:avLst/>
            </a:prstGeom>
            <a:solidFill>
              <a:srgbClr val="ED72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7442344B-8C32-6167-1855-E557D095238E}"/>
                </a:ext>
              </a:extLst>
            </p:cNvPr>
            <p:cNvSpPr/>
            <p:nvPr/>
          </p:nvSpPr>
          <p:spPr>
            <a:xfrm flipH="1">
              <a:off x="0" y="3977999"/>
              <a:ext cx="2880000" cy="2880000"/>
            </a:xfrm>
            <a:prstGeom prst="triangle">
              <a:avLst>
                <a:gd name="adj" fmla="val 100000"/>
              </a:avLst>
            </a:prstGeom>
            <a:solidFill>
              <a:srgbClr val="ED72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22" name="Isosceles Triangle 21">
              <a:extLst>
                <a:ext uri="{FF2B5EF4-FFF2-40B4-BE49-F238E27FC236}">
                  <a16:creationId xmlns:a16="http://schemas.microsoft.com/office/drawing/2014/main" id="{385A6783-E802-9CE5-86CD-43F16B7FDE1E}"/>
                </a:ext>
              </a:extLst>
            </p:cNvPr>
            <p:cNvSpPr/>
            <p:nvPr/>
          </p:nvSpPr>
          <p:spPr>
            <a:xfrm flipH="1" flipV="1">
              <a:off x="0" y="-1"/>
              <a:ext cx="2880000" cy="2880000"/>
            </a:xfrm>
            <a:prstGeom prst="triangle">
              <a:avLst>
                <a:gd name="adj" fmla="val 100000"/>
              </a:avLst>
            </a:prstGeom>
            <a:solidFill>
              <a:srgbClr val="ED72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A7922323-8040-1C8D-B322-FCBEFA8409AE}"/>
              </a:ext>
            </a:extLst>
          </p:cNvPr>
          <p:cNvGrpSpPr/>
          <p:nvPr/>
        </p:nvGrpSpPr>
        <p:grpSpPr>
          <a:xfrm>
            <a:off x="4472939" y="1516775"/>
            <a:ext cx="3232445" cy="1403007"/>
            <a:chOff x="4551229" y="1016179"/>
            <a:chExt cx="3232445" cy="1403007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E8DCA09-8808-415D-A77C-B557995F7E11}"/>
                </a:ext>
              </a:extLst>
            </p:cNvPr>
            <p:cNvSpPr txBox="1"/>
            <p:nvPr/>
          </p:nvSpPr>
          <p:spPr>
            <a:xfrm>
              <a:off x="4551229" y="1016179"/>
              <a:ext cx="1119322" cy="1403007"/>
            </a:xfrm>
            <a:custGeom>
              <a:avLst/>
              <a:gdLst/>
              <a:ahLst/>
              <a:cxnLst/>
              <a:rect l="l" t="t" r="r" b="b"/>
              <a:pathLst>
                <a:path w="1119322" h="1403007">
                  <a:moveTo>
                    <a:pt x="0" y="0"/>
                  </a:moveTo>
                  <a:lnTo>
                    <a:pt x="535507" y="0"/>
                  </a:lnTo>
                  <a:cubicBezTo>
                    <a:pt x="698591" y="0"/>
                    <a:pt x="825016" y="40428"/>
                    <a:pt x="914781" y="121285"/>
                  </a:cubicBezTo>
                  <a:cubicBezTo>
                    <a:pt x="1014825" y="211736"/>
                    <a:pt x="1064847" y="326512"/>
                    <a:pt x="1064847" y="465613"/>
                  </a:cubicBezTo>
                  <a:cubicBezTo>
                    <a:pt x="1064847" y="607456"/>
                    <a:pt x="1002833" y="727028"/>
                    <a:pt x="878807" y="824331"/>
                  </a:cubicBezTo>
                  <a:lnTo>
                    <a:pt x="1119322" y="1403007"/>
                  </a:lnTo>
                  <a:lnTo>
                    <a:pt x="681461" y="1403007"/>
                  </a:lnTo>
                  <a:lnTo>
                    <a:pt x="478975" y="950756"/>
                  </a:lnTo>
                  <a:lnTo>
                    <a:pt x="478975" y="589982"/>
                  </a:lnTo>
                  <a:lnTo>
                    <a:pt x="511866" y="589982"/>
                  </a:lnTo>
                  <a:cubicBezTo>
                    <a:pt x="599576" y="589982"/>
                    <a:pt x="643430" y="552295"/>
                    <a:pt x="643430" y="476919"/>
                  </a:cubicBezTo>
                  <a:cubicBezTo>
                    <a:pt x="643430" y="410452"/>
                    <a:pt x="592723" y="377219"/>
                    <a:pt x="491309" y="377219"/>
                  </a:cubicBezTo>
                  <a:lnTo>
                    <a:pt x="417305" y="377219"/>
                  </a:lnTo>
                  <a:lnTo>
                    <a:pt x="417305" y="1403007"/>
                  </a:lnTo>
                  <a:lnTo>
                    <a:pt x="0" y="14030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181C3"/>
            </a:solidFill>
            <a:ln>
              <a:noFill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s-MX" sz="16600">
                <a:latin typeface="Bauhaus 93" panose="04030905020B02020C02" pitchFamily="82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4252E55-303A-E11B-D4D3-3DE76CB5B15C}"/>
                </a:ext>
              </a:extLst>
            </p:cNvPr>
            <p:cNvSpPr txBox="1"/>
            <p:nvPr/>
          </p:nvSpPr>
          <p:spPr>
            <a:xfrm>
              <a:off x="5808530" y="1016179"/>
              <a:ext cx="422091" cy="1403007"/>
            </a:xfrm>
            <a:custGeom>
              <a:avLst/>
              <a:gdLst/>
              <a:ahLst/>
              <a:cxnLst/>
              <a:rect l="l" t="t" r="r" b="b"/>
              <a:pathLst>
                <a:path w="422091" h="1403007">
                  <a:moveTo>
                    <a:pt x="0" y="0"/>
                  </a:moveTo>
                  <a:lnTo>
                    <a:pt x="422091" y="0"/>
                  </a:lnTo>
                  <a:lnTo>
                    <a:pt x="422091" y="376191"/>
                  </a:lnTo>
                  <a:lnTo>
                    <a:pt x="417305" y="376191"/>
                  </a:lnTo>
                  <a:lnTo>
                    <a:pt x="417305" y="1403007"/>
                  </a:lnTo>
                  <a:lnTo>
                    <a:pt x="0" y="14030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181C3"/>
            </a:solidFill>
            <a:ln>
              <a:noFill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s-MX" sz="16600">
                <a:latin typeface="Bauhaus 93" panose="04030905020B02020C02" pitchFamily="82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A33B2BE-82F1-3164-279C-2CAD3C2EC7EE}"/>
                </a:ext>
              </a:extLst>
            </p:cNvPr>
            <p:cNvSpPr txBox="1"/>
            <p:nvPr/>
          </p:nvSpPr>
          <p:spPr>
            <a:xfrm>
              <a:off x="6230620" y="1016179"/>
              <a:ext cx="610892" cy="1403007"/>
            </a:xfrm>
            <a:custGeom>
              <a:avLst/>
              <a:gdLst/>
              <a:ahLst/>
              <a:cxnLst/>
              <a:rect l="l" t="t" r="r" b="b"/>
              <a:pathLst>
                <a:path w="610892" h="1403007">
                  <a:moveTo>
                    <a:pt x="0" y="0"/>
                  </a:moveTo>
                  <a:lnTo>
                    <a:pt x="87720" y="0"/>
                  </a:lnTo>
                  <a:cubicBezTo>
                    <a:pt x="389906" y="0"/>
                    <a:pt x="540999" y="118887"/>
                    <a:pt x="540999" y="356662"/>
                  </a:cubicBezTo>
                  <a:cubicBezTo>
                    <a:pt x="540999" y="474521"/>
                    <a:pt x="489264" y="572509"/>
                    <a:pt x="385794" y="650625"/>
                  </a:cubicBezTo>
                  <a:cubicBezTo>
                    <a:pt x="535859" y="715722"/>
                    <a:pt x="610892" y="831868"/>
                    <a:pt x="610892" y="999064"/>
                  </a:cubicBezTo>
                  <a:cubicBezTo>
                    <a:pt x="610892" y="1127202"/>
                    <a:pt x="566695" y="1229302"/>
                    <a:pt x="478300" y="1305362"/>
                  </a:cubicBezTo>
                  <a:cubicBezTo>
                    <a:pt x="435131" y="1341679"/>
                    <a:pt x="388878" y="1367033"/>
                    <a:pt x="339541" y="1381422"/>
                  </a:cubicBezTo>
                  <a:cubicBezTo>
                    <a:pt x="290205" y="1395812"/>
                    <a:pt x="223738" y="1403007"/>
                    <a:pt x="140140" y="1403007"/>
                  </a:cubicBezTo>
                  <a:lnTo>
                    <a:pt x="60996" y="1403007"/>
                  </a:lnTo>
                  <a:lnTo>
                    <a:pt x="60996" y="1042234"/>
                  </a:lnTo>
                  <a:lnTo>
                    <a:pt x="131917" y="1042234"/>
                  </a:lnTo>
                  <a:cubicBezTo>
                    <a:pt x="173716" y="1042234"/>
                    <a:pt x="203181" y="1036923"/>
                    <a:pt x="220312" y="1026302"/>
                  </a:cubicBezTo>
                  <a:cubicBezTo>
                    <a:pt x="237442" y="1015681"/>
                    <a:pt x="246008" y="997009"/>
                    <a:pt x="246008" y="970285"/>
                  </a:cubicBezTo>
                  <a:cubicBezTo>
                    <a:pt x="246008" y="925060"/>
                    <a:pt x="211061" y="902447"/>
                    <a:pt x="141168" y="902447"/>
                  </a:cubicBezTo>
                  <a:lnTo>
                    <a:pt x="60996" y="902447"/>
                  </a:lnTo>
                  <a:lnTo>
                    <a:pt x="60996" y="528312"/>
                  </a:lnTo>
                  <a:cubicBezTo>
                    <a:pt x="137741" y="528312"/>
                    <a:pt x="176115" y="501930"/>
                    <a:pt x="176115" y="449168"/>
                  </a:cubicBezTo>
                  <a:cubicBezTo>
                    <a:pt x="176115" y="400516"/>
                    <a:pt x="141510" y="376191"/>
                    <a:pt x="72302" y="376191"/>
                  </a:cubicBezTo>
                  <a:lnTo>
                    <a:pt x="0" y="376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D7237"/>
            </a:solidFill>
            <a:ln>
              <a:noFill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s-MX" sz="16600">
                <a:latin typeface="Bauhaus 93" panose="04030905020B02020C02" pitchFamily="82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15E7F9F-DC10-F2A4-952F-32D14B8F8531}"/>
                </a:ext>
              </a:extLst>
            </p:cNvPr>
            <p:cNvSpPr txBox="1"/>
            <p:nvPr/>
          </p:nvSpPr>
          <p:spPr>
            <a:xfrm>
              <a:off x="6979900" y="1016179"/>
              <a:ext cx="803774" cy="1403007"/>
            </a:xfrm>
            <a:custGeom>
              <a:avLst/>
              <a:gdLst/>
              <a:ahLst/>
              <a:cxnLst/>
              <a:rect l="l" t="t" r="r" b="b"/>
              <a:pathLst>
                <a:path w="803774" h="1403007">
                  <a:moveTo>
                    <a:pt x="440945" y="0"/>
                  </a:moveTo>
                  <a:lnTo>
                    <a:pt x="803774" y="0"/>
                  </a:lnTo>
                  <a:lnTo>
                    <a:pt x="803774" y="402915"/>
                  </a:lnTo>
                  <a:lnTo>
                    <a:pt x="537562" y="402915"/>
                  </a:lnTo>
                  <a:cubicBezTo>
                    <a:pt x="465613" y="402915"/>
                    <a:pt x="429638" y="426212"/>
                    <a:pt x="429638" y="472808"/>
                  </a:cubicBezTo>
                  <a:cubicBezTo>
                    <a:pt x="429638" y="500217"/>
                    <a:pt x="438204" y="519232"/>
                    <a:pt x="455335" y="529853"/>
                  </a:cubicBezTo>
                  <a:cubicBezTo>
                    <a:pt x="472465" y="540474"/>
                    <a:pt x="502958" y="545785"/>
                    <a:pt x="546813" y="545785"/>
                  </a:cubicBezTo>
                  <a:lnTo>
                    <a:pt x="777050" y="545785"/>
                  </a:lnTo>
                  <a:lnTo>
                    <a:pt x="777050" y="858250"/>
                  </a:lnTo>
                  <a:lnTo>
                    <a:pt x="504671" y="858250"/>
                  </a:lnTo>
                  <a:cubicBezTo>
                    <a:pt x="467669" y="858250"/>
                    <a:pt x="441459" y="863731"/>
                    <a:pt x="426041" y="874695"/>
                  </a:cubicBezTo>
                  <a:cubicBezTo>
                    <a:pt x="410623" y="885659"/>
                    <a:pt x="402914" y="904160"/>
                    <a:pt x="402914" y="930199"/>
                  </a:cubicBezTo>
                  <a:cubicBezTo>
                    <a:pt x="402914" y="959664"/>
                    <a:pt x="410794" y="979021"/>
                    <a:pt x="426555" y="988272"/>
                  </a:cubicBezTo>
                  <a:cubicBezTo>
                    <a:pt x="442315" y="997523"/>
                    <a:pt x="474521" y="1002148"/>
                    <a:pt x="523172" y="1002148"/>
                  </a:cubicBezTo>
                  <a:lnTo>
                    <a:pt x="803774" y="1002148"/>
                  </a:lnTo>
                  <a:lnTo>
                    <a:pt x="803774" y="1403007"/>
                  </a:lnTo>
                  <a:lnTo>
                    <a:pt x="475891" y="1403007"/>
                  </a:lnTo>
                  <a:cubicBezTo>
                    <a:pt x="321715" y="1403007"/>
                    <a:pt x="203855" y="1366176"/>
                    <a:pt x="122313" y="1292514"/>
                  </a:cubicBezTo>
                  <a:cubicBezTo>
                    <a:pt x="40770" y="1218852"/>
                    <a:pt x="0" y="1112470"/>
                    <a:pt x="0" y="973368"/>
                  </a:cubicBezTo>
                  <a:lnTo>
                    <a:pt x="0" y="423472"/>
                  </a:lnTo>
                  <a:cubicBezTo>
                    <a:pt x="0" y="289167"/>
                    <a:pt x="38544" y="185012"/>
                    <a:pt x="115632" y="111007"/>
                  </a:cubicBezTo>
                  <a:cubicBezTo>
                    <a:pt x="192720" y="37002"/>
                    <a:pt x="301158" y="0"/>
                    <a:pt x="440945" y="0"/>
                  </a:cubicBezTo>
                  <a:close/>
                </a:path>
              </a:pathLst>
            </a:custGeom>
            <a:solidFill>
              <a:srgbClr val="ED7237"/>
            </a:solidFill>
            <a:ln>
              <a:noFill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s-MX" sz="16600">
                <a:latin typeface="Bauhaus 93" panose="04030905020B02020C02" pitchFamily="82" charset="0"/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998E8F3B-343F-AFEF-33F4-1A54A15E0B19}"/>
                </a:ext>
              </a:extLst>
            </p:cNvPr>
            <p:cNvSpPr/>
            <p:nvPr/>
          </p:nvSpPr>
          <p:spPr>
            <a:xfrm flipH="1">
              <a:off x="6223987" y="1016179"/>
              <a:ext cx="68228" cy="140300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35D1659D-104C-8DEA-609C-EDF6107E82F9}"/>
              </a:ext>
            </a:extLst>
          </p:cNvPr>
          <p:cNvSpPr txBox="1"/>
          <p:nvPr/>
        </p:nvSpPr>
        <p:spPr>
          <a:xfrm>
            <a:off x="4729504" y="3411075"/>
            <a:ext cx="27838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>
                <a:ln w="12700">
                  <a:solidFill>
                    <a:srgbClr val="1181C3"/>
                  </a:solidFill>
                </a:ln>
                <a:solidFill>
                  <a:srgbClr val="1181C3"/>
                </a:solidFill>
                <a:latin typeface="Bahnschrift SemiBold Condensed" panose="020B0502040204020203" pitchFamily="34" charset="0"/>
                <a:cs typeface="Aharoni" panose="02010803020104030203" pitchFamily="2" charset="-79"/>
              </a:rPr>
              <a:t>R</a:t>
            </a:r>
            <a:r>
              <a:rPr lang="en-US" sz="3200">
                <a:ln w="12700">
                  <a:solidFill>
                    <a:srgbClr val="ED7237"/>
                  </a:solidFill>
                </a:ln>
                <a:solidFill>
                  <a:srgbClr val="ED7237"/>
                </a:solidFill>
                <a:latin typeface="Bahnschrift SemiBold Condensed" panose="020B0502040204020203" pitchFamily="34" charset="0"/>
                <a:cs typeface="Aharoni" panose="02010803020104030203" pitchFamily="2" charset="-79"/>
              </a:rPr>
              <a:t>utas </a:t>
            </a:r>
            <a:r>
              <a:rPr lang="en-US" sz="3200">
                <a:ln w="12700">
                  <a:solidFill>
                    <a:srgbClr val="1181C3"/>
                  </a:solidFill>
                </a:ln>
                <a:solidFill>
                  <a:srgbClr val="1181C3"/>
                </a:solidFill>
                <a:latin typeface="Bahnschrift SemiBold Condensed" panose="020B0502040204020203" pitchFamily="34" charset="0"/>
                <a:cs typeface="Aharoni" panose="02010803020104030203" pitchFamily="2" charset="-79"/>
              </a:rPr>
              <a:t>B</a:t>
            </a:r>
            <a:r>
              <a:rPr lang="en-US" sz="3200">
                <a:ln w="12700">
                  <a:solidFill>
                    <a:srgbClr val="ED7237"/>
                  </a:solidFill>
                </a:ln>
                <a:solidFill>
                  <a:srgbClr val="ED7237"/>
                </a:solidFill>
                <a:latin typeface="Bahnschrift SemiBold Condensed" panose="020B0502040204020203" pitchFamily="34" charset="0"/>
                <a:cs typeface="Aharoni" panose="02010803020104030203" pitchFamily="2" charset="-79"/>
              </a:rPr>
              <a:t>aja </a:t>
            </a:r>
            <a:r>
              <a:rPr lang="en-US" sz="3200">
                <a:ln w="12700">
                  <a:solidFill>
                    <a:srgbClr val="1181C3"/>
                  </a:solidFill>
                </a:ln>
                <a:solidFill>
                  <a:srgbClr val="1181C3"/>
                </a:solidFill>
                <a:latin typeface="Bahnschrift SemiBold Condensed" panose="020B0502040204020203" pitchFamily="34" charset="0"/>
                <a:cs typeface="Aharoni" panose="02010803020104030203" pitchFamily="2" charset="-79"/>
              </a:rPr>
              <a:t>E</a:t>
            </a:r>
            <a:r>
              <a:rPr lang="en-US" sz="3200">
                <a:ln w="12700">
                  <a:solidFill>
                    <a:srgbClr val="ED7237"/>
                  </a:solidFill>
                </a:ln>
                <a:solidFill>
                  <a:srgbClr val="ED7237"/>
                </a:solidFill>
                <a:latin typeface="Bahnschrift SemiBold Condensed" panose="020B0502040204020203" pitchFamily="34" charset="0"/>
                <a:cs typeface="Aharoni" panose="02010803020104030203" pitchFamily="2" charset="-79"/>
              </a:rPr>
              <a:t>xpress</a:t>
            </a:r>
            <a:endParaRPr lang="es-MX" sz="3200">
              <a:ln w="12700">
                <a:solidFill>
                  <a:srgbClr val="ED7237"/>
                </a:solidFill>
              </a:ln>
              <a:solidFill>
                <a:srgbClr val="ED7237"/>
              </a:solidFill>
              <a:latin typeface="Bahnschrift SemiBold Condensed" panose="020B0502040204020203" pitchFamily="34" charset="0"/>
              <a:cs typeface="Aharoni" panose="02010803020104030203" pitchFamily="2" charset="-79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A77068-B409-4995-1B0E-8C9FCF2CB1A0}"/>
              </a:ext>
            </a:extLst>
          </p:cNvPr>
          <p:cNvSpPr txBox="1"/>
          <p:nvPr/>
        </p:nvSpPr>
        <p:spPr>
          <a:xfrm>
            <a:off x="3449296" y="4264006"/>
            <a:ext cx="5293408" cy="1077218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algn="ctr"/>
            <a:r>
              <a:rPr lang="en-US" sz="3200" i="1" dirty="0">
                <a:ln w="12700">
                  <a:solidFill>
                    <a:srgbClr val="1181C3"/>
                  </a:solidFill>
                </a:ln>
                <a:solidFill>
                  <a:srgbClr val="1181C3"/>
                </a:solidFill>
                <a:latin typeface="Bahnschrift SemiCondensed"/>
                <a:cs typeface="Aharoni"/>
              </a:rPr>
              <a:t>¿</a:t>
            </a:r>
            <a:r>
              <a:rPr lang="en-US" sz="3200" i="1" dirty="0" err="1">
                <a:ln w="12700">
                  <a:solidFill>
                    <a:srgbClr val="1181C3"/>
                  </a:solidFill>
                </a:ln>
                <a:solidFill>
                  <a:srgbClr val="1181C3"/>
                </a:solidFill>
                <a:latin typeface="Bahnschrift SemiCondensed"/>
                <a:cs typeface="Aharoni"/>
              </a:rPr>
              <a:t>Cansado</a:t>
            </a:r>
            <a:r>
              <a:rPr lang="en-US" sz="3200" i="1" dirty="0">
                <a:ln w="12700">
                  <a:solidFill>
                    <a:srgbClr val="1181C3"/>
                  </a:solidFill>
                </a:ln>
                <a:solidFill>
                  <a:srgbClr val="1181C3"/>
                </a:solidFill>
                <a:latin typeface="Bahnschrift SemiCondensed"/>
                <a:cs typeface="Aharoni"/>
              </a:rPr>
              <a:t> de </a:t>
            </a:r>
            <a:r>
              <a:rPr lang="en-US" sz="3200" i="1" dirty="0" err="1">
                <a:ln w="12700">
                  <a:solidFill>
                    <a:srgbClr val="1181C3"/>
                  </a:solidFill>
                </a:ln>
                <a:solidFill>
                  <a:srgbClr val="1181C3"/>
                </a:solidFill>
                <a:latin typeface="Bahnschrift SemiCondensed"/>
                <a:cs typeface="Aharoni"/>
              </a:rPr>
              <a:t>filas</a:t>
            </a:r>
            <a:r>
              <a:rPr lang="en-US" sz="3200" i="1" dirty="0">
                <a:ln w="12700">
                  <a:solidFill>
                    <a:srgbClr val="1181C3"/>
                  </a:solidFill>
                </a:ln>
                <a:solidFill>
                  <a:srgbClr val="1181C3"/>
                </a:solidFill>
                <a:latin typeface="Bahnschrift SemiCondensed"/>
                <a:cs typeface="Aharoni"/>
              </a:rPr>
              <a:t> </a:t>
            </a:r>
            <a:r>
              <a:rPr lang="en-US" sz="3200" i="1" dirty="0" err="1">
                <a:ln w="12700">
                  <a:solidFill>
                    <a:srgbClr val="1181C3"/>
                  </a:solidFill>
                </a:ln>
                <a:solidFill>
                  <a:srgbClr val="1181C3"/>
                </a:solidFill>
                <a:latin typeface="Bahnschrift SemiCondensed"/>
                <a:cs typeface="Aharoni"/>
              </a:rPr>
              <a:t>eternas</a:t>
            </a:r>
            <a:r>
              <a:rPr lang="en-US" sz="3200" i="1" dirty="0">
                <a:ln w="12700">
                  <a:solidFill>
                    <a:srgbClr val="1181C3"/>
                  </a:solidFill>
                </a:ln>
                <a:solidFill>
                  <a:srgbClr val="1181C3"/>
                </a:solidFill>
                <a:latin typeface="Bahnschrift SemiCondensed"/>
                <a:cs typeface="Aharoni"/>
              </a:rPr>
              <a:t> para </a:t>
            </a:r>
            <a:r>
              <a:rPr lang="en-US" sz="3200" i="1" dirty="0" err="1">
                <a:ln w="12700">
                  <a:solidFill>
                    <a:srgbClr val="1181C3"/>
                  </a:solidFill>
                </a:ln>
                <a:solidFill>
                  <a:srgbClr val="1181C3"/>
                </a:solidFill>
                <a:latin typeface="Bahnschrift SemiCondensed"/>
                <a:cs typeface="Aharoni"/>
              </a:rPr>
              <a:t>comprar</a:t>
            </a:r>
            <a:r>
              <a:rPr lang="en-US" sz="3200" i="1" dirty="0">
                <a:ln w="12700">
                  <a:solidFill>
                    <a:srgbClr val="1181C3"/>
                  </a:solidFill>
                </a:ln>
                <a:solidFill>
                  <a:srgbClr val="1181C3"/>
                </a:solidFill>
                <a:latin typeface="Bahnschrift SemiCondensed"/>
                <a:cs typeface="Aharoni"/>
              </a:rPr>
              <a:t> </a:t>
            </a:r>
            <a:r>
              <a:rPr lang="en-US" sz="3200" i="1" dirty="0" err="1">
                <a:ln w="12700">
                  <a:solidFill>
                    <a:srgbClr val="1181C3"/>
                  </a:solidFill>
                </a:ln>
                <a:solidFill>
                  <a:srgbClr val="1181C3"/>
                </a:solidFill>
                <a:latin typeface="Bahnschrift SemiCondensed"/>
                <a:cs typeface="Aharoni"/>
              </a:rPr>
              <a:t>boletos</a:t>
            </a:r>
            <a:r>
              <a:rPr lang="en-US" sz="3200" i="1" dirty="0">
                <a:ln w="12700">
                  <a:solidFill>
                    <a:srgbClr val="1181C3"/>
                  </a:solidFill>
                </a:ln>
                <a:solidFill>
                  <a:srgbClr val="1181C3"/>
                </a:solidFill>
                <a:latin typeface="Bahnschrift SemiCondensed"/>
                <a:cs typeface="Aharoni"/>
              </a:rPr>
              <a:t>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7245F74-2EAE-15F4-30FF-86CDCB3099C9}"/>
              </a:ext>
            </a:extLst>
          </p:cNvPr>
          <p:cNvSpPr txBox="1"/>
          <p:nvPr/>
        </p:nvSpPr>
        <p:spPr>
          <a:xfrm>
            <a:off x="11472000" y="6273224"/>
            <a:ext cx="71035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>
                <a:ln w="12700">
                  <a:noFill/>
                </a:ln>
                <a:solidFill>
                  <a:schemeClr val="bg1"/>
                </a:solidFill>
                <a:latin typeface="Bahnschrift SemiBold Condensed" panose="020B0502040204020203" pitchFamily="34" charset="0"/>
                <a:cs typeface="Aharoni" panose="02010803020104030203" pitchFamily="2" charset="-79"/>
              </a:rPr>
              <a:t>1</a:t>
            </a:r>
            <a:endParaRPr lang="es-MX" sz="3200">
              <a:ln w="12700">
                <a:noFill/>
              </a:ln>
              <a:solidFill>
                <a:schemeClr val="bg1"/>
              </a:solidFill>
              <a:latin typeface="Bahnschrift SemiBold Condensed" panose="020B0502040204020203" pitchFamily="34" charset="0"/>
              <a:cs typeface="Aharoni" panose="02010803020104030203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24172363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FDAE8E-8EF8-9ECD-A87A-E4F84F3F0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F2A9E1A-F63E-0EB5-4A52-8836B0D5EFCB}"/>
              </a:ext>
            </a:extLst>
          </p:cNvPr>
          <p:cNvSpPr/>
          <p:nvPr/>
        </p:nvSpPr>
        <p:spPr>
          <a:xfrm>
            <a:off x="10752000" y="0"/>
            <a:ext cx="1440000" cy="6858000"/>
          </a:xfrm>
          <a:prstGeom prst="rect">
            <a:avLst/>
          </a:prstGeom>
          <a:solidFill>
            <a:srgbClr val="ED723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DD45CF8-1525-2865-5F27-B7E6190DCB9F}"/>
              </a:ext>
            </a:extLst>
          </p:cNvPr>
          <p:cNvSpPr/>
          <p:nvPr/>
        </p:nvSpPr>
        <p:spPr>
          <a:xfrm rot="5400000" flipH="1">
            <a:off x="5376000" y="-5376001"/>
            <a:ext cx="1440000" cy="12192000"/>
          </a:xfrm>
          <a:prstGeom prst="rect">
            <a:avLst/>
          </a:prstGeom>
          <a:solidFill>
            <a:srgbClr val="1181C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54750404-B818-A54F-6BA1-115FEA242B78}"/>
              </a:ext>
            </a:extLst>
          </p:cNvPr>
          <p:cNvSpPr/>
          <p:nvPr/>
        </p:nvSpPr>
        <p:spPr>
          <a:xfrm>
            <a:off x="10752000" y="-2"/>
            <a:ext cx="1440000" cy="1440000"/>
          </a:xfrm>
          <a:prstGeom prst="triangle">
            <a:avLst>
              <a:gd name="adj" fmla="val 100000"/>
            </a:avLst>
          </a:prstGeom>
          <a:solidFill>
            <a:srgbClr val="ED723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E8224B8-5166-F342-15E6-5C3ADC4DB166}"/>
              </a:ext>
            </a:extLst>
          </p:cNvPr>
          <p:cNvSpPr/>
          <p:nvPr/>
        </p:nvSpPr>
        <p:spPr>
          <a:xfrm>
            <a:off x="0" y="0"/>
            <a:ext cx="1440000" cy="6858000"/>
          </a:xfrm>
          <a:prstGeom prst="rect">
            <a:avLst/>
          </a:prstGeom>
          <a:solidFill>
            <a:srgbClr val="ED723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BE2C60F9-8AC7-2ED2-B7E6-E1A83DCB6C8F}"/>
              </a:ext>
            </a:extLst>
          </p:cNvPr>
          <p:cNvSpPr/>
          <p:nvPr/>
        </p:nvSpPr>
        <p:spPr>
          <a:xfrm flipH="1" flipV="1">
            <a:off x="0" y="-1"/>
            <a:ext cx="2880000" cy="2880000"/>
          </a:xfrm>
          <a:prstGeom prst="triangle">
            <a:avLst>
              <a:gd name="adj" fmla="val 100000"/>
            </a:avLst>
          </a:prstGeom>
          <a:solidFill>
            <a:srgbClr val="ED723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EE2434DC-11F7-56D9-E4A8-37EBADB0E6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6900" y="7187357"/>
            <a:ext cx="4251960" cy="203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1800" b="1" i="0" u="none" strike="noStrike" cap="none" normalizeH="0" baseline="0">
                <a:ln>
                  <a:noFill/>
                </a:ln>
                <a:solidFill>
                  <a:srgbClr val="1181C3"/>
                </a:solidFill>
                <a:effectLst/>
                <a:latin typeface="Arial" panose="020B0604020202020204" pitchFamily="34" charset="0"/>
              </a:rPr>
              <a:t>Imagen:</a:t>
            </a:r>
            <a:r>
              <a:rPr kumimoji="0" lang="es-MX" altLang="es-MX" sz="1800" b="0" i="0" u="none" strike="noStrike" cap="none" normalizeH="0" baseline="0">
                <a:ln>
                  <a:noFill/>
                </a:ln>
                <a:solidFill>
                  <a:srgbClr val="1181C3"/>
                </a:solidFill>
                <a:effectLst/>
                <a:latin typeface="Arial" panose="020B0604020202020204" pitchFamily="34" charset="0"/>
              </a:rPr>
              <a:t> Fila en central de autobuses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1800" b="1" i="0" u="none" strike="noStrike" cap="none" normalizeH="0" baseline="0">
                <a:ln>
                  <a:noFill/>
                </a:ln>
                <a:solidFill>
                  <a:srgbClr val="1181C3"/>
                </a:solidFill>
                <a:effectLst/>
                <a:latin typeface="Arial" panose="020B0604020202020204" pitchFamily="34" charset="0"/>
              </a:rPr>
              <a:t>Frases clave (en </a:t>
            </a:r>
            <a:r>
              <a:rPr kumimoji="0" lang="es-MX" altLang="es-MX" sz="1800" b="1" i="0" u="none" strike="noStrike" cap="none" normalizeH="0" baseline="0" err="1">
                <a:ln>
                  <a:noFill/>
                </a:ln>
                <a:solidFill>
                  <a:srgbClr val="1181C3"/>
                </a:solidFill>
                <a:effectLst/>
                <a:latin typeface="Arial" panose="020B0604020202020204" pitchFamily="34" charset="0"/>
              </a:rPr>
              <a:t>bullets</a:t>
            </a:r>
            <a:r>
              <a:rPr kumimoji="0" lang="es-MX" altLang="es-MX" sz="1800" b="1" i="0" u="none" strike="noStrike" cap="none" normalizeH="0" baseline="0">
                <a:ln>
                  <a:noFill/>
                </a:ln>
                <a:solidFill>
                  <a:srgbClr val="1181C3"/>
                </a:solidFill>
                <a:effectLst/>
                <a:latin typeface="Arial" panose="020B0604020202020204" pitchFamily="34" charset="0"/>
              </a:rPr>
              <a:t>):</a:t>
            </a:r>
            <a:r>
              <a:rPr kumimoji="0" lang="es-MX" altLang="es-MX" sz="1800" b="0" i="0" u="none" strike="noStrike" cap="none" normalizeH="0" baseline="0">
                <a:ln>
                  <a:noFill/>
                </a:ln>
                <a:solidFill>
                  <a:srgbClr val="1181C3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1800" b="0" i="0" u="none" strike="noStrike" cap="none" normalizeH="0" baseline="0">
                <a:ln>
                  <a:noFill/>
                </a:ln>
                <a:solidFill>
                  <a:srgbClr val="1181C3"/>
                </a:solidFill>
                <a:effectLst/>
                <a:latin typeface="Arial" panose="020B0604020202020204" pitchFamily="34" charset="0"/>
              </a:rPr>
              <a:t>Procesos manuales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1800" b="0" i="0" u="none" strike="noStrike" cap="none" normalizeH="0" baseline="0">
                <a:ln>
                  <a:noFill/>
                </a:ln>
                <a:solidFill>
                  <a:srgbClr val="1181C3"/>
                </a:solidFill>
                <a:effectLst/>
                <a:latin typeface="Arial" panose="020B0604020202020204" pitchFamily="34" charset="0"/>
              </a:rPr>
              <a:t>Errores en asignación de asientos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1800" b="0" i="0" u="none" strike="noStrike" cap="none" normalizeH="0" baseline="0">
                <a:ln>
                  <a:noFill/>
                </a:ln>
                <a:solidFill>
                  <a:srgbClr val="1181C3"/>
                </a:solidFill>
                <a:effectLst/>
                <a:latin typeface="Arial" panose="020B0604020202020204" pitchFamily="34" charset="0"/>
              </a:rPr>
              <a:t>Sin historial digital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1800" b="0" i="0" u="none" strike="noStrike" cap="none" normalizeH="0" baseline="0">
                <a:ln>
                  <a:noFill/>
                </a:ln>
                <a:solidFill>
                  <a:srgbClr val="1181C3"/>
                </a:solidFill>
                <a:effectLst/>
                <a:latin typeface="Arial" panose="020B0604020202020204" pitchFamily="34" charset="0"/>
              </a:rPr>
              <a:t>Lentitud en venta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MX" altLang="es-MX" sz="1800" b="0" i="0" u="none" strike="noStrike" cap="none" normalizeH="0" baseline="0">
              <a:ln>
                <a:noFill/>
              </a:ln>
              <a:solidFill>
                <a:srgbClr val="1181C3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40" name="Picture 16" descr="Quejas por retrasos de media hora en la línea Vitoria-Bilbao | El Correo">
            <a:extLst>
              <a:ext uri="{FF2B5EF4-FFF2-40B4-BE49-F238E27FC236}">
                <a16:creationId xmlns:a16="http://schemas.microsoft.com/office/drawing/2014/main" id="{BF306A9C-2BAB-363A-143D-17D4E384135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888"/>
          <a:stretch>
            <a:fillRect/>
          </a:stretch>
        </p:blipFill>
        <p:spPr bwMode="auto">
          <a:xfrm>
            <a:off x="1440000" y="1439998"/>
            <a:ext cx="9312000" cy="5418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4F8A1BF-A509-308D-7058-D8513656F2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408" b="91289" l="3059" r="93412">
                        <a14:foregroundMark x1="12941" y1="13240" x2="7529" y2="41115"/>
                        <a14:foregroundMark x1="7529" y1="41115" x2="8471" y2="58537"/>
                        <a14:foregroundMark x1="3529" y1="58537" x2="7765" y2="46341"/>
                        <a14:foregroundMark x1="14353" y1="28223" x2="18118" y2="15331"/>
                        <a14:foregroundMark x1="12706" y1="9756" x2="16941" y2="11498"/>
                        <a14:foregroundMark x1="58118" y1="71777" x2="72000" y2="77700"/>
                        <a14:foregroundMark x1="72000" y1="77700" x2="85882" y2="71429"/>
                        <a14:foregroundMark x1="85882" y1="71429" x2="90353" y2="44599"/>
                        <a14:foregroundMark x1="90353" y1="44599" x2="93176" y2="68990"/>
                        <a14:foregroundMark x1="93176" y1="68990" x2="86353" y2="50523"/>
                        <a14:foregroundMark x1="86353" y1="50523" x2="86353" y2="66202"/>
                        <a14:foregroundMark x1="80235" y1="84321" x2="87765" y2="71080"/>
                        <a14:foregroundMark x1="88706" y1="50523" x2="84000" y2="31707"/>
                        <a14:foregroundMark x1="88471" y1="28920" x2="93412" y2="42160"/>
                        <a14:foregroundMark x1="92000" y1="37282" x2="90118" y2="35540"/>
                        <a14:foregroundMark x1="89176" y1="32404" x2="81882" y2="26829"/>
                        <a14:foregroundMark x1="87529" y1="26829" x2="84000" y2="26829"/>
                        <a14:foregroundMark x1="87765" y1="24390" x2="81647" y2="25087"/>
                        <a14:foregroundMark x1="64000" y1="78049" x2="71294" y2="81533"/>
                        <a14:foregroundMark x1="70118" y1="82230" x2="62353" y2="79094"/>
                        <a14:foregroundMark x1="63765" y1="80139" x2="68471" y2="82578"/>
                        <a14:foregroundMark x1="15294" y1="91289" x2="27059" y2="87456"/>
                        <a14:foregroundMark x1="84706" y1="44251" x2="89647" y2="37979"/>
                        <a14:foregroundMark x1="89882" y1="38328" x2="90118" y2="4250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213242" y="1439997"/>
            <a:ext cx="3395784" cy="229315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D85D603-195C-63FA-710D-A84F093A1B17}"/>
              </a:ext>
            </a:extLst>
          </p:cNvPr>
          <p:cNvSpPr txBox="1"/>
          <p:nvPr/>
        </p:nvSpPr>
        <p:spPr>
          <a:xfrm>
            <a:off x="2304545" y="402754"/>
            <a:ext cx="8863834" cy="70788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US" sz="4000">
                <a:ln w="12700">
                  <a:noFill/>
                </a:ln>
                <a:solidFill>
                  <a:schemeClr val="bg1"/>
                </a:solidFill>
                <a:latin typeface="Bahnschrift SemiBold Condensed"/>
                <a:cs typeface="Aharoni"/>
              </a:rPr>
              <a:t>El problema: procesos manuales y falta de control</a:t>
            </a:r>
            <a:endParaRPr lang="es-MX" sz="4000">
              <a:ln w="12700">
                <a:noFill/>
              </a:ln>
              <a:solidFill>
                <a:schemeClr val="bg1"/>
              </a:solidFill>
              <a:latin typeface="Bahnschrift SemiBold Condensed"/>
              <a:cs typeface="Aharoni"/>
            </a:endParaRPr>
          </a:p>
        </p:txBody>
      </p:sp>
      <p:pic>
        <p:nvPicPr>
          <p:cNvPr id="5" name="Imagen 4" descr="Ícono digital profesional que representa un asiento de autobús duplicado, con dos manos reclamando el mismo asiento y un símbolo de alerta, estilo minimalista y colores sobrios.">
            <a:extLst>
              <a:ext uri="{FF2B5EF4-FFF2-40B4-BE49-F238E27FC236}">
                <a16:creationId xmlns:a16="http://schemas.microsoft.com/office/drawing/2014/main" id="{193F7D3F-E622-7FD4-73A9-9A27376351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7999" y="5454953"/>
            <a:ext cx="1112765" cy="140305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6883BA9-8BFB-5FE4-35EC-B5AF39E17C44}"/>
              </a:ext>
            </a:extLst>
          </p:cNvPr>
          <p:cNvSpPr txBox="1"/>
          <p:nvPr/>
        </p:nvSpPr>
        <p:spPr>
          <a:xfrm>
            <a:off x="11472000" y="6273224"/>
            <a:ext cx="71035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>
                <a:ln w="12700">
                  <a:noFill/>
                </a:ln>
                <a:solidFill>
                  <a:schemeClr val="bg1"/>
                </a:solidFill>
                <a:latin typeface="Bahnschrift SemiBold Condensed" panose="020B0502040204020203" pitchFamily="34" charset="0"/>
                <a:cs typeface="Aharoni" panose="02010803020104030203" pitchFamily="2" charset="-79"/>
              </a:rPr>
              <a:t>2</a:t>
            </a:r>
            <a:endParaRPr lang="es-MX" sz="3200">
              <a:ln w="12700">
                <a:noFill/>
              </a:ln>
              <a:solidFill>
                <a:schemeClr val="bg1"/>
              </a:solidFill>
              <a:latin typeface="Bahnschrift SemiBold Condensed" panose="020B0502040204020203" pitchFamily="34" charset="0"/>
              <a:cs typeface="Aharoni" panose="02010803020104030203" pitchFamily="2" charset="-79"/>
            </a:endParaRPr>
          </a:p>
        </p:txBody>
      </p:sp>
      <p:pic>
        <p:nvPicPr>
          <p:cNvPr id="15" name="Imagen 14" descr="Ilustración profesional de un asiento de autobús marcado como vendido dos veces, mostrando un boleto duplicado y un pasajero confundido, con estilo corporativo y colores sobrios.">
            <a:extLst>
              <a:ext uri="{FF2B5EF4-FFF2-40B4-BE49-F238E27FC236}">
                <a16:creationId xmlns:a16="http://schemas.microsoft.com/office/drawing/2014/main" id="{A08E6D64-510C-27CC-7950-FECE93E133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60619" y="2590074"/>
            <a:ext cx="1415144" cy="2116667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654382632"/>
      </p:ext>
    </p:extLst>
  </p:cSld>
  <p:clrMapOvr>
    <a:masterClrMapping/>
  </p:clrMapOvr>
  <p:transition spd="med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13BDE7-F33B-160A-2089-C834BBA2B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6424EA4-149A-A3F8-D531-6D2EED0EA642}"/>
              </a:ext>
            </a:extLst>
          </p:cNvPr>
          <p:cNvSpPr/>
          <p:nvPr/>
        </p:nvSpPr>
        <p:spPr>
          <a:xfrm>
            <a:off x="0" y="-1367"/>
            <a:ext cx="1440000" cy="1440000"/>
          </a:xfrm>
          <a:prstGeom prst="rect">
            <a:avLst/>
          </a:prstGeom>
          <a:solidFill>
            <a:srgbClr val="ED723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7FC7D78A-E36E-8F3F-6492-76DC92D2834C}"/>
              </a:ext>
            </a:extLst>
          </p:cNvPr>
          <p:cNvSpPr/>
          <p:nvPr/>
        </p:nvSpPr>
        <p:spPr>
          <a:xfrm rot="16200000">
            <a:off x="10752000" y="2878632"/>
            <a:ext cx="1440000" cy="1440000"/>
          </a:xfrm>
          <a:prstGeom prst="triangle">
            <a:avLst>
              <a:gd name="adj" fmla="val 100000"/>
            </a:avLst>
          </a:prstGeom>
          <a:solidFill>
            <a:srgbClr val="ED723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FDA20F4F-4710-7FF0-1910-ED624C793AD3}"/>
              </a:ext>
            </a:extLst>
          </p:cNvPr>
          <p:cNvSpPr/>
          <p:nvPr/>
        </p:nvSpPr>
        <p:spPr>
          <a:xfrm flipH="1" flipV="1">
            <a:off x="-1" y="1438633"/>
            <a:ext cx="1439999" cy="1439999"/>
          </a:xfrm>
          <a:prstGeom prst="triangle">
            <a:avLst>
              <a:gd name="adj" fmla="val 100000"/>
            </a:avLst>
          </a:prstGeom>
          <a:solidFill>
            <a:srgbClr val="ED723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B2FCC48-59AC-B930-AC19-D43286E5CF69}"/>
              </a:ext>
            </a:extLst>
          </p:cNvPr>
          <p:cNvSpPr/>
          <p:nvPr/>
        </p:nvSpPr>
        <p:spPr>
          <a:xfrm>
            <a:off x="10752000" y="0"/>
            <a:ext cx="1440000" cy="2880000"/>
          </a:xfrm>
          <a:prstGeom prst="rect">
            <a:avLst/>
          </a:prstGeom>
          <a:solidFill>
            <a:srgbClr val="ED723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32" name="Rectangle 1">
            <a:extLst>
              <a:ext uri="{FF2B5EF4-FFF2-40B4-BE49-F238E27FC236}">
                <a16:creationId xmlns:a16="http://schemas.microsoft.com/office/drawing/2014/main" id="{67CEEC61-1660-5E4F-F017-996FD88CFD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7061597"/>
            <a:ext cx="5958840" cy="25853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1800" b="1" i="0" u="none" strike="noStrike" cap="none" normalizeH="0" baseline="0">
                <a:ln>
                  <a:noFill/>
                </a:ln>
                <a:solidFill>
                  <a:srgbClr val="1181C3"/>
                </a:solidFill>
                <a:effectLst/>
                <a:latin typeface="Arial"/>
                <a:cs typeface="Arial"/>
              </a:rPr>
              <a:t>Nombre del sistema:</a:t>
            </a:r>
            <a:r>
              <a:rPr kumimoji="0" lang="es-MX" altLang="es-MX" sz="1800" b="0" i="0" u="none" strike="noStrike" cap="none" normalizeH="0" baseline="0">
                <a:ln>
                  <a:noFill/>
                </a:ln>
                <a:solidFill>
                  <a:srgbClr val="1181C3"/>
                </a:solidFill>
                <a:effectLst/>
                <a:latin typeface="Arial"/>
                <a:cs typeface="Arial"/>
              </a:rPr>
              <a:t> Rutas Baja Express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1800" b="1" i="0" u="none" strike="noStrike" cap="none" normalizeH="0" baseline="0">
                <a:ln>
                  <a:noFill/>
                </a:ln>
                <a:solidFill>
                  <a:srgbClr val="1181C3"/>
                </a:solidFill>
                <a:effectLst/>
                <a:latin typeface="Arial"/>
                <a:cs typeface="Arial"/>
              </a:rPr>
              <a:t>Lista breve de funcionalidades:</a:t>
            </a:r>
            <a:r>
              <a:rPr kumimoji="0" lang="es-MX" altLang="es-MX" sz="1800" b="0" i="0" u="none" strike="noStrike" cap="none" normalizeH="0" baseline="0">
                <a:ln>
                  <a:noFill/>
                </a:ln>
                <a:solidFill>
                  <a:srgbClr val="1181C3"/>
                </a:solidFill>
                <a:effectLst/>
                <a:latin typeface="Arial"/>
                <a:cs typeface="Arial"/>
              </a:rPr>
              <a:t> </a:t>
            </a:r>
            <a:endParaRPr lang="es-MX" altLang="es-MX" sz="1800" b="0" i="0" u="none" strike="noStrike" cap="none" normalizeH="0" baseline="0">
              <a:ln>
                <a:noFill/>
              </a:ln>
              <a:solidFill>
                <a:srgbClr val="1181C3"/>
              </a:solidFill>
              <a:effectLst/>
              <a:latin typeface="Arial"/>
              <a:cs typeface="Arial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1800" b="0" i="0" u="none" strike="noStrike" cap="none" normalizeH="0" baseline="0">
                <a:ln>
                  <a:noFill/>
                </a:ln>
                <a:solidFill>
                  <a:srgbClr val="1181C3"/>
                </a:solidFill>
                <a:effectLst/>
                <a:latin typeface="Arial"/>
                <a:cs typeface="Arial"/>
              </a:rPr>
              <a:t>Gestión de usuarios </a:t>
            </a:r>
            <a:endParaRPr lang="es-MX" altLang="es-MX" sz="1800" b="0" i="0" u="none" strike="noStrike" cap="none" normalizeH="0" baseline="0">
              <a:ln>
                <a:noFill/>
              </a:ln>
              <a:solidFill>
                <a:srgbClr val="1181C3"/>
              </a:solidFill>
              <a:effectLst/>
              <a:latin typeface="Arial"/>
              <a:cs typeface="Arial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1800" b="0" i="0" u="none" strike="noStrike" cap="none" normalizeH="0" baseline="0">
                <a:ln>
                  <a:noFill/>
                </a:ln>
                <a:solidFill>
                  <a:srgbClr val="1181C3"/>
                </a:solidFill>
                <a:effectLst/>
                <a:latin typeface="Arial"/>
                <a:cs typeface="Arial"/>
              </a:rPr>
              <a:t>Venta de boletos con selección de asiento </a:t>
            </a:r>
            <a:endParaRPr lang="es-MX" altLang="es-MX" sz="1800" b="0" i="0" u="none" strike="noStrike" cap="none" normalizeH="0" baseline="0">
              <a:ln>
                <a:noFill/>
              </a:ln>
              <a:solidFill>
                <a:srgbClr val="1181C3"/>
              </a:solidFill>
              <a:effectLst/>
              <a:latin typeface="Arial"/>
              <a:cs typeface="Arial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1800" b="0" i="0" u="none" strike="noStrike" cap="none" normalizeH="0" baseline="0">
                <a:ln>
                  <a:noFill/>
                </a:ln>
                <a:solidFill>
                  <a:srgbClr val="1181C3"/>
                </a:solidFill>
                <a:effectLst/>
                <a:latin typeface="Arial"/>
                <a:cs typeface="Arial"/>
              </a:rPr>
              <a:t>Disponibilidad en tiempo real </a:t>
            </a:r>
            <a:endParaRPr lang="es-MX" altLang="es-MX" sz="1800" b="0" i="0" u="none" strike="noStrike" cap="none" normalizeH="0" baseline="0">
              <a:ln>
                <a:noFill/>
              </a:ln>
              <a:solidFill>
                <a:srgbClr val="1181C3"/>
              </a:solidFill>
              <a:effectLst/>
              <a:latin typeface="Arial"/>
              <a:cs typeface="Arial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1800" b="0" i="0" u="none" strike="noStrike" cap="none" normalizeH="0" baseline="0">
                <a:ln>
                  <a:noFill/>
                </a:ln>
                <a:solidFill>
                  <a:srgbClr val="1181C3"/>
                </a:solidFill>
                <a:effectLst/>
                <a:latin typeface="Arial"/>
                <a:cs typeface="Arial"/>
              </a:rPr>
              <a:t>Generación de boletos </a:t>
            </a:r>
            <a:endParaRPr lang="es-MX" altLang="es-MX" sz="1800" b="0" i="0" u="none" strike="noStrike" cap="none" normalizeH="0" baseline="0">
              <a:ln>
                <a:noFill/>
              </a:ln>
              <a:solidFill>
                <a:srgbClr val="1181C3"/>
              </a:solidFill>
              <a:effectLst/>
              <a:latin typeface="Arial"/>
              <a:cs typeface="Arial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1800" b="1" i="0" u="none" strike="noStrike" cap="none" normalizeH="0" baseline="0">
                <a:ln>
                  <a:noFill/>
                </a:ln>
                <a:solidFill>
                  <a:srgbClr val="1181C3"/>
                </a:solidFill>
                <a:effectLst/>
                <a:latin typeface="Arial"/>
                <a:cs typeface="Arial"/>
              </a:rPr>
              <a:t>Visual:</a:t>
            </a:r>
            <a:r>
              <a:rPr kumimoji="0" lang="es-MX" altLang="es-MX" sz="1800" b="0" i="0" u="none" strike="noStrike" cap="none" normalizeH="0" baseline="0">
                <a:ln>
                  <a:noFill/>
                </a:ln>
                <a:solidFill>
                  <a:srgbClr val="1181C3"/>
                </a:solidFill>
                <a:effectLst/>
                <a:latin typeface="Arial"/>
                <a:cs typeface="Arial"/>
              </a:rPr>
              <a:t> Ícono o mockup del prototipo </a:t>
            </a:r>
            <a:endParaRPr lang="es-MX" altLang="es-MX" sz="1800" b="0" i="0" u="none" strike="noStrike" cap="none" normalizeH="0" baseline="0">
              <a:ln>
                <a:noFill/>
              </a:ln>
              <a:solidFill>
                <a:srgbClr val="1181C3"/>
              </a:solidFill>
              <a:effectLst/>
              <a:latin typeface="Arial"/>
              <a:cs typeface="Arial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s-MX" altLang="es-MX" sz="1800" b="1" i="0" u="none" strike="noStrike" cap="none" normalizeH="0" baseline="0">
                <a:ln>
                  <a:noFill/>
                </a:ln>
                <a:solidFill>
                  <a:srgbClr val="1181C3"/>
                </a:solidFill>
                <a:effectLst/>
                <a:latin typeface="Arial"/>
                <a:cs typeface="Arial"/>
              </a:rPr>
              <a:t>Frase </a:t>
            </a:r>
            <a:r>
              <a:rPr lang="es-MX" altLang="es-MX" b="1">
                <a:solidFill>
                  <a:srgbClr val="1181C3"/>
                </a:solidFill>
                <a:latin typeface="Arial"/>
                <a:cs typeface="Arial"/>
              </a:rPr>
              <a:t>clave:</a:t>
            </a:r>
            <a:br>
              <a:rPr lang="es-MX" altLang="es-MX">
                <a:latin typeface="Arial"/>
              </a:rPr>
            </a:br>
            <a:r>
              <a:rPr lang="es-MX" altLang="es-MX" i="1">
                <a:solidFill>
                  <a:srgbClr val="1181C3"/>
                </a:solidFill>
                <a:latin typeface="Arial"/>
                <a:cs typeface="Arial"/>
              </a:rPr>
              <a:t>“De manual a digital, de lento a eficiente.”</a:t>
            </a:r>
            <a:r>
              <a:rPr lang="es-MX" altLang="es-MX">
                <a:solidFill>
                  <a:srgbClr val="1181C3"/>
                </a:solidFill>
                <a:latin typeface="Arial"/>
                <a:cs typeface="Arial"/>
              </a:rPr>
              <a:t> </a:t>
            </a:r>
            <a:endParaRPr lang="es-MX" altLang="es-MX" sz="1800" b="0" i="0" u="none" strike="noStrike" cap="none" normalizeH="0" baseline="0">
              <a:ln>
                <a:noFill/>
              </a:ln>
              <a:solidFill>
                <a:srgbClr val="1181C3"/>
              </a:solidFill>
              <a:effectLst/>
              <a:latin typeface="Arial" panose="020B0604020202020204" pitchFamily="34" charset="0"/>
              <a:cs typeface="Arial"/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C91F81C2-0665-F88D-4C27-DC95DD89A143}"/>
              </a:ext>
            </a:extLst>
          </p:cNvPr>
          <p:cNvSpPr txBox="1"/>
          <p:nvPr/>
        </p:nvSpPr>
        <p:spPr>
          <a:xfrm>
            <a:off x="11472000" y="6273224"/>
            <a:ext cx="71035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>
                <a:ln w="12700">
                  <a:noFill/>
                </a:ln>
                <a:latin typeface="Bahnschrift SemiBold Condensed" panose="020B0502040204020203" pitchFamily="34" charset="0"/>
                <a:cs typeface="Aharoni" panose="02010803020104030203" pitchFamily="2" charset="-79"/>
              </a:rPr>
              <a:t>3</a:t>
            </a:r>
            <a:endParaRPr lang="es-MX" sz="3200">
              <a:ln w="12700">
                <a:noFill/>
              </a:ln>
              <a:latin typeface="Bahnschrift SemiBold Condensed" panose="020B0502040204020203" pitchFamily="34" charset="0"/>
              <a:cs typeface="Aharoni" panose="02010803020104030203" pitchFamily="2" charset="-79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2318AFD-AAC2-909A-7CCF-C413F9F794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353" y="3037610"/>
            <a:ext cx="4522125" cy="342382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809FCDD-2D50-4C37-CFF8-9ACC414EB4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1703" y="3110308"/>
            <a:ext cx="4063632" cy="354265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F9BF5A6-F40E-0537-1647-CB0C85923F64}"/>
              </a:ext>
            </a:extLst>
          </p:cNvPr>
          <p:cNvSpPr txBox="1"/>
          <p:nvPr/>
        </p:nvSpPr>
        <p:spPr>
          <a:xfrm>
            <a:off x="1149663" y="571922"/>
            <a:ext cx="4902375" cy="8309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US" sz="4800" dirty="0">
                <a:ln w="12700">
                  <a:noFill/>
                </a:ln>
                <a:solidFill>
                  <a:srgbClr val="1181C3"/>
                </a:solidFill>
                <a:latin typeface="Bahnschrift SemiBold Condensed"/>
                <a:cs typeface="Aharoni"/>
              </a:rPr>
              <a:t>Solución y Funciones</a:t>
            </a:r>
            <a:endParaRPr lang="es-MX" sz="4800" dirty="0">
              <a:ln w="12700">
                <a:noFill/>
              </a:ln>
              <a:solidFill>
                <a:srgbClr val="1181C3"/>
              </a:solidFill>
              <a:latin typeface="Bahnschrift SemiBold Condensed"/>
              <a:cs typeface="Aharoni"/>
            </a:endParaRPr>
          </a:p>
        </p:txBody>
      </p:sp>
      <p:sp>
        <p:nvSpPr>
          <p:cNvPr id="11" name="TextBox 107">
            <a:extLst>
              <a:ext uri="{FF2B5EF4-FFF2-40B4-BE49-F238E27FC236}">
                <a16:creationId xmlns:a16="http://schemas.microsoft.com/office/drawing/2014/main" id="{200394B7-5F68-C2D3-C3B1-112530FDBC20}"/>
              </a:ext>
            </a:extLst>
          </p:cNvPr>
          <p:cNvSpPr txBox="1"/>
          <p:nvPr/>
        </p:nvSpPr>
        <p:spPr>
          <a:xfrm>
            <a:off x="1804290" y="1738604"/>
            <a:ext cx="3289145" cy="107721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US" sz="3200" i="1" dirty="0">
                <a:ln w="12700">
                  <a:noFill/>
                </a:ln>
                <a:solidFill>
                  <a:srgbClr val="ED7237"/>
                </a:solidFill>
                <a:latin typeface="Bahnschrift SemiBold Condensed"/>
                <a:ea typeface="+mn-lt"/>
                <a:cs typeface="+mn-lt"/>
              </a:rPr>
              <a:t>"De manual a digital. De lento a eficiente."</a:t>
            </a:r>
            <a:endParaRPr lang="es-ES" sz="3200" i="1" dirty="0">
              <a:solidFill>
                <a:srgbClr val="ED7237"/>
              </a:solidFill>
              <a:latin typeface="Bahnschrift SemiBold Condensed"/>
            </a:endParaRPr>
          </a:p>
        </p:txBody>
      </p:sp>
      <p:pic>
        <p:nvPicPr>
          <p:cNvPr id="9" name="Picture 8" descr="A screenshot of a login&#10;&#10;AI-generated content may be incorrect.">
            <a:extLst>
              <a:ext uri="{FF2B5EF4-FFF2-40B4-BE49-F238E27FC236}">
                <a16:creationId xmlns:a16="http://schemas.microsoft.com/office/drawing/2014/main" id="{9CC2D5D3-74CE-23D9-59FA-551B13D316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1703" y="91992"/>
            <a:ext cx="6297872" cy="2723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92080"/>
      </p:ext>
    </p:extLst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19C10D-0709-119D-E2A5-0B621355F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DB9CE294-E529-13B3-A655-82271C691A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4593" y="1004701"/>
            <a:ext cx="6042117" cy="2994611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A76954EE-4247-2B35-3DA5-A268A91E65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2248" y="7173687"/>
            <a:ext cx="4221480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1800" b="1" i="0" u="none" strike="noStrike" cap="none" normalizeH="0" baseline="0">
                <a:ln>
                  <a:noFill/>
                </a:ln>
                <a:solidFill>
                  <a:srgbClr val="1181C3"/>
                </a:solidFill>
                <a:effectLst/>
                <a:latin typeface="Arial"/>
                <a:cs typeface="Arial"/>
              </a:rPr>
              <a:t>3–4 capturas de pantalla:</a:t>
            </a:r>
            <a:r>
              <a:rPr kumimoji="0" lang="es-MX" altLang="es-MX" sz="1800" b="0" i="0" u="none" strike="noStrike" cap="none" normalizeH="0" baseline="0">
                <a:ln>
                  <a:noFill/>
                </a:ln>
                <a:solidFill>
                  <a:srgbClr val="1181C3"/>
                </a:solidFill>
                <a:effectLst/>
                <a:latin typeface="Arial"/>
                <a:cs typeface="Arial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1800" b="0" i="0" u="none" strike="noStrike" cap="none" normalizeH="0" baseline="0">
                <a:ln>
                  <a:noFill/>
                </a:ln>
                <a:solidFill>
                  <a:srgbClr val="1181C3"/>
                </a:solidFill>
                <a:effectLst/>
                <a:latin typeface="Arial"/>
                <a:cs typeface="Arial"/>
              </a:rPr>
              <a:t>Inicio de sesión </a:t>
            </a:r>
            <a:endParaRPr lang="es-MX" altLang="es-MX" sz="1800" b="0" i="0" u="none" strike="noStrike" cap="none" normalizeH="0" baseline="0">
              <a:ln>
                <a:noFill/>
              </a:ln>
              <a:solidFill>
                <a:srgbClr val="1181C3"/>
              </a:solidFill>
              <a:effectLst/>
              <a:latin typeface="Arial"/>
              <a:cs typeface="Arial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1800" b="0" i="0" u="none" strike="noStrike" cap="none" normalizeH="0" baseline="0">
                <a:ln>
                  <a:noFill/>
                </a:ln>
                <a:solidFill>
                  <a:srgbClr val="1181C3"/>
                </a:solidFill>
                <a:effectLst/>
                <a:latin typeface="Arial"/>
                <a:cs typeface="Arial"/>
              </a:rPr>
              <a:t>Menú principal </a:t>
            </a:r>
            <a:endParaRPr lang="es-MX" altLang="es-MX" sz="1800" b="0" i="0" u="none" strike="noStrike" cap="none" normalizeH="0" baseline="0">
              <a:ln>
                <a:noFill/>
              </a:ln>
              <a:solidFill>
                <a:srgbClr val="1181C3"/>
              </a:solidFill>
              <a:effectLst/>
              <a:latin typeface="Arial"/>
              <a:cs typeface="Arial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1800" b="0" i="0" u="none" strike="noStrike" cap="none" normalizeH="0" baseline="0">
                <a:ln>
                  <a:noFill/>
                </a:ln>
                <a:solidFill>
                  <a:srgbClr val="1181C3"/>
                </a:solidFill>
                <a:effectLst/>
                <a:latin typeface="Arial"/>
                <a:cs typeface="Arial"/>
              </a:rPr>
              <a:t>Venta de boletos (asientos) </a:t>
            </a:r>
            <a:endParaRPr lang="es-MX" altLang="es-MX" sz="1800" b="0" i="0" u="none" strike="noStrike" cap="none" normalizeH="0" baseline="0">
              <a:ln>
                <a:noFill/>
              </a:ln>
              <a:solidFill>
                <a:srgbClr val="1181C3"/>
              </a:solidFill>
              <a:effectLst/>
              <a:latin typeface="Arial"/>
              <a:cs typeface="Arial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1800" b="0" i="0" u="none" strike="noStrike" cap="none" normalizeH="0" baseline="0">
                <a:ln>
                  <a:noFill/>
                </a:ln>
                <a:solidFill>
                  <a:srgbClr val="1181C3"/>
                </a:solidFill>
                <a:effectLst/>
                <a:latin typeface="Arial"/>
                <a:cs typeface="Arial"/>
              </a:rPr>
              <a:t>Boleto PDF</a:t>
            </a:r>
            <a:endParaRPr lang="es-MX" altLang="es-MX" sz="1800" b="0" i="0" u="none" strike="noStrike" cap="none" normalizeH="0" baseline="0">
              <a:ln>
                <a:noFill/>
              </a:ln>
              <a:solidFill>
                <a:srgbClr val="1181C3"/>
              </a:solidFill>
              <a:effectLst/>
              <a:latin typeface="Arial"/>
              <a:cs typeface="Arial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1800" b="1" i="0" u="none" strike="noStrike" cap="none" normalizeH="0" baseline="0">
                <a:ln>
                  <a:noFill/>
                </a:ln>
                <a:solidFill>
                  <a:srgbClr val="1181C3"/>
                </a:solidFill>
                <a:effectLst/>
                <a:latin typeface="Arial"/>
                <a:cs typeface="Arial"/>
              </a:rPr>
              <a:t>Opcional:</a:t>
            </a:r>
            <a:r>
              <a:rPr kumimoji="0" lang="es-MX" altLang="es-MX" sz="1800" b="0" i="0" u="none" strike="noStrike" cap="none" normalizeH="0" baseline="0">
                <a:ln>
                  <a:noFill/>
                </a:ln>
                <a:solidFill>
                  <a:srgbClr val="1181C3"/>
                </a:solidFill>
                <a:effectLst/>
                <a:latin typeface="Arial"/>
                <a:cs typeface="Arial"/>
              </a:rPr>
              <a:t> GIF mostrando flujo rápido </a:t>
            </a:r>
            <a:endParaRPr lang="es-MX" altLang="es-MX" sz="1800" b="0" i="0" u="none" strike="noStrike" cap="none" normalizeH="0" baseline="0">
              <a:ln>
                <a:noFill/>
              </a:ln>
              <a:solidFill>
                <a:srgbClr val="1181C3"/>
              </a:solidFill>
              <a:effectLst/>
              <a:latin typeface="Arial"/>
              <a:cs typeface="Arial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5D57079-4412-E136-C374-7D846D88E9DA}"/>
              </a:ext>
            </a:extLst>
          </p:cNvPr>
          <p:cNvSpPr/>
          <p:nvPr/>
        </p:nvSpPr>
        <p:spPr>
          <a:xfrm flipV="1">
            <a:off x="0" y="5418000"/>
            <a:ext cx="1440000" cy="1440000"/>
          </a:xfrm>
          <a:prstGeom prst="rect">
            <a:avLst/>
          </a:prstGeom>
          <a:solidFill>
            <a:srgbClr val="1181C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6A1D4ADA-B50A-611B-F80C-4C92BEE5409E}"/>
              </a:ext>
            </a:extLst>
          </p:cNvPr>
          <p:cNvSpPr/>
          <p:nvPr/>
        </p:nvSpPr>
        <p:spPr>
          <a:xfrm rot="5400000" flipV="1">
            <a:off x="10752000" y="2559313"/>
            <a:ext cx="1440000" cy="1440000"/>
          </a:xfrm>
          <a:prstGeom prst="triangle">
            <a:avLst>
              <a:gd name="adj" fmla="val 100000"/>
            </a:avLst>
          </a:prstGeom>
          <a:solidFill>
            <a:srgbClr val="1181C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0E53CDD5-D7D2-95D2-CB29-A234A991F0B6}"/>
              </a:ext>
            </a:extLst>
          </p:cNvPr>
          <p:cNvSpPr/>
          <p:nvPr/>
        </p:nvSpPr>
        <p:spPr>
          <a:xfrm flipH="1">
            <a:off x="0" y="3978001"/>
            <a:ext cx="1439999" cy="1439999"/>
          </a:xfrm>
          <a:prstGeom prst="triangle">
            <a:avLst>
              <a:gd name="adj" fmla="val 100000"/>
            </a:avLst>
          </a:prstGeom>
          <a:solidFill>
            <a:srgbClr val="1181C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43BD5A2-5767-B218-1B27-F7B78BF1A832}"/>
              </a:ext>
            </a:extLst>
          </p:cNvPr>
          <p:cNvSpPr/>
          <p:nvPr/>
        </p:nvSpPr>
        <p:spPr>
          <a:xfrm flipV="1">
            <a:off x="10752000" y="3999313"/>
            <a:ext cx="1440000" cy="2880000"/>
          </a:xfrm>
          <a:prstGeom prst="rect">
            <a:avLst/>
          </a:prstGeom>
          <a:solidFill>
            <a:srgbClr val="1181C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3D17E37-2F12-F9F6-2215-20E0D0F778EE}"/>
              </a:ext>
            </a:extLst>
          </p:cNvPr>
          <p:cNvSpPr txBox="1"/>
          <p:nvPr/>
        </p:nvSpPr>
        <p:spPr>
          <a:xfrm>
            <a:off x="11472000" y="6273224"/>
            <a:ext cx="71035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>
                <a:ln w="12700">
                  <a:noFill/>
                </a:ln>
                <a:solidFill>
                  <a:schemeClr val="bg1"/>
                </a:solidFill>
                <a:latin typeface="Bahnschrift SemiBold Condensed" panose="020B0502040204020203" pitchFamily="34" charset="0"/>
                <a:cs typeface="Aharoni" panose="02010803020104030203" pitchFamily="2" charset="-79"/>
              </a:rPr>
              <a:t>4</a:t>
            </a:r>
            <a:endParaRPr lang="es-MX" sz="3200">
              <a:ln w="12700">
                <a:noFill/>
              </a:ln>
              <a:solidFill>
                <a:schemeClr val="bg1"/>
              </a:solidFill>
              <a:latin typeface="Bahnschrift SemiBold Condensed" panose="020B0502040204020203" pitchFamily="34" charset="0"/>
              <a:cs typeface="Aharoni" panose="02010803020104030203" pitchFamily="2" charset="-79"/>
            </a:endParaRPr>
          </a:p>
        </p:txBody>
      </p:sp>
      <p:pic>
        <p:nvPicPr>
          <p:cNvPr id="98" name="Picture 97" descr="A blue and orange bus login screen&#10;&#10;AI-generated content may be incorrect.">
            <a:extLst>
              <a:ext uri="{FF2B5EF4-FFF2-40B4-BE49-F238E27FC236}">
                <a16:creationId xmlns:a16="http://schemas.microsoft.com/office/drawing/2014/main" id="{01E2151B-4E2B-D3EC-AB1A-13DD2209E3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546" t="3742" r="8892"/>
          <a:stretch>
            <a:fillRect/>
          </a:stretch>
        </p:blipFill>
        <p:spPr>
          <a:xfrm>
            <a:off x="382790" y="1015835"/>
            <a:ext cx="4381678" cy="5603789"/>
          </a:xfrm>
          <a:prstGeom prst="rect">
            <a:avLst/>
          </a:prstGeom>
        </p:spPr>
      </p:pic>
      <p:sp>
        <p:nvSpPr>
          <p:cNvPr id="106" name="TextBox 105">
            <a:extLst>
              <a:ext uri="{FF2B5EF4-FFF2-40B4-BE49-F238E27FC236}">
                <a16:creationId xmlns:a16="http://schemas.microsoft.com/office/drawing/2014/main" id="{33A8A29E-97D1-D255-A9C1-5CC06D1561AE}"/>
              </a:ext>
            </a:extLst>
          </p:cNvPr>
          <p:cNvSpPr txBox="1"/>
          <p:nvPr/>
        </p:nvSpPr>
        <p:spPr>
          <a:xfrm>
            <a:off x="5147258" y="4316957"/>
            <a:ext cx="4933425" cy="1446550"/>
          </a:xfrm>
          <a:prstGeom prst="rect">
            <a:avLst/>
          </a:prstGeom>
          <a:solidFill>
            <a:srgbClr val="ED7237"/>
          </a:solidFill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22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Bahnschrift SemiCondensed" panose="020B0502040204020203" pitchFamily="34" charset="0"/>
              </a:rPr>
              <a:t>Gestión de usuarios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22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Bahnschrift SemiCondensed" panose="020B0502040204020203" pitchFamily="34" charset="0"/>
              </a:rPr>
              <a:t>Venta de boletos con selección de asiento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22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Bahnschrift SemiCondensed" panose="020B0502040204020203" pitchFamily="34" charset="0"/>
              </a:rPr>
              <a:t>Disponibilidad en tiempo real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22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Bahnschrift SemiCondensed" panose="020B0502040204020203" pitchFamily="34" charset="0"/>
              </a:rPr>
              <a:t>Generación de boletos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542161-0ED7-7C11-624C-B41FD5B4A1C5}"/>
              </a:ext>
            </a:extLst>
          </p:cNvPr>
          <p:cNvSpPr txBox="1"/>
          <p:nvPr/>
        </p:nvSpPr>
        <p:spPr>
          <a:xfrm>
            <a:off x="3957324" y="90539"/>
            <a:ext cx="3745568" cy="8309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US" sz="4800" dirty="0">
                <a:ln w="12700">
                  <a:noFill/>
                </a:ln>
                <a:solidFill>
                  <a:srgbClr val="ED7237"/>
                </a:solidFill>
                <a:latin typeface="Bahnschrift SemiBold Condensed"/>
                <a:cs typeface="Aharoni"/>
              </a:rPr>
              <a:t>Funcionamiento</a:t>
            </a:r>
            <a:endParaRPr lang="es-MX" sz="4800" dirty="0">
              <a:ln w="12700">
                <a:noFill/>
              </a:ln>
              <a:solidFill>
                <a:srgbClr val="ED7237"/>
              </a:solidFill>
              <a:latin typeface="Bahnschrift SemiBold Condensed"/>
              <a:cs typeface="Aharoni"/>
            </a:endParaRPr>
          </a:p>
        </p:txBody>
      </p:sp>
    </p:spTree>
    <p:extLst>
      <p:ext uri="{BB962C8B-B14F-4D97-AF65-F5344CB8AC3E}">
        <p14:creationId xmlns:p14="http://schemas.microsoft.com/office/powerpoint/2010/main" val="3369844131"/>
      </p:ext>
    </p:extLst>
  </p:cSld>
  <p:clrMapOvr>
    <a:masterClrMapping/>
  </p:clrMapOvr>
  <p:transition spd="med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CEBE3-1381-E342-58E7-F1D299A7D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6443DD4-DA5D-3BFA-E106-415703D2313F}"/>
              </a:ext>
            </a:extLst>
          </p:cNvPr>
          <p:cNvSpPr/>
          <p:nvPr/>
        </p:nvSpPr>
        <p:spPr>
          <a:xfrm rot="16200000" flipH="1" flipV="1">
            <a:off x="5376000" y="41998"/>
            <a:ext cx="1440000" cy="12192000"/>
          </a:xfrm>
          <a:prstGeom prst="rect">
            <a:avLst/>
          </a:prstGeom>
          <a:solidFill>
            <a:srgbClr val="ED723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9270160-8CC4-0149-020E-B38CA96535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858000"/>
            <a:ext cx="7223760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1800" b="1" i="0" u="none" strike="noStrike" cap="none" normalizeH="0" baseline="0">
                <a:ln>
                  <a:noFill/>
                </a:ln>
                <a:solidFill>
                  <a:srgbClr val="1181C3"/>
                </a:solidFill>
                <a:effectLst/>
                <a:latin typeface="Arial" panose="020B0604020202020204" pitchFamily="34" charset="0"/>
              </a:rPr>
              <a:t>5 beneficios clave:</a:t>
            </a:r>
            <a:r>
              <a:rPr kumimoji="0" lang="es-MX" altLang="es-MX" sz="1800" b="0" i="0" u="none" strike="noStrike" cap="none" normalizeH="0" baseline="0">
                <a:ln>
                  <a:noFill/>
                </a:ln>
                <a:solidFill>
                  <a:srgbClr val="1181C3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1800" b="0" i="0" u="none" strike="noStrike" cap="none" normalizeH="0" baseline="0">
                <a:ln>
                  <a:noFill/>
                </a:ln>
                <a:solidFill>
                  <a:srgbClr val="1181C3"/>
                </a:solidFill>
                <a:effectLst/>
                <a:latin typeface="Arial" panose="020B0604020202020204" pitchFamily="34" charset="0"/>
              </a:rPr>
              <a:t>Reduce tiempos de espera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1800" b="0" i="0" u="none" strike="noStrike" cap="none" normalizeH="0" baseline="0">
                <a:ln>
                  <a:noFill/>
                </a:ln>
                <a:solidFill>
                  <a:srgbClr val="1181C3"/>
                </a:solidFill>
                <a:effectLst/>
                <a:latin typeface="Arial" panose="020B0604020202020204" pitchFamily="34" charset="0"/>
              </a:rPr>
              <a:t>Evita errores humanos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1800" b="0" i="0" u="none" strike="noStrike" cap="none" normalizeH="0" baseline="0">
                <a:ln>
                  <a:noFill/>
                </a:ln>
                <a:solidFill>
                  <a:srgbClr val="1181C3"/>
                </a:solidFill>
                <a:effectLst/>
                <a:latin typeface="Arial" panose="020B0604020202020204" pitchFamily="34" charset="0"/>
              </a:rPr>
              <a:t>Control total para la empresa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1800" b="0" i="0" u="none" strike="noStrike" cap="none" normalizeH="0" baseline="0">
                <a:ln>
                  <a:noFill/>
                </a:ln>
                <a:solidFill>
                  <a:srgbClr val="1181C3"/>
                </a:solidFill>
                <a:effectLst/>
                <a:latin typeface="Arial" panose="020B0604020202020204" pitchFamily="34" charset="0"/>
              </a:rPr>
              <a:t>Facilita auditorías y reportes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1800" b="0" i="0" u="none" strike="noStrike" cap="none" normalizeH="0" baseline="0">
                <a:ln>
                  <a:noFill/>
                </a:ln>
                <a:solidFill>
                  <a:srgbClr val="1181C3"/>
                </a:solidFill>
                <a:effectLst/>
                <a:latin typeface="Arial" panose="020B0604020202020204" pitchFamily="34" charset="0"/>
              </a:rPr>
              <a:t>Mejora experiencia del pasajero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1800" b="1" i="0" u="none" strike="noStrike" cap="none" normalizeH="0" baseline="0">
                <a:ln>
                  <a:noFill/>
                </a:ln>
                <a:solidFill>
                  <a:srgbClr val="1181C3"/>
                </a:solidFill>
                <a:effectLst/>
                <a:latin typeface="Arial" panose="020B0604020202020204" pitchFamily="34" charset="0"/>
              </a:rPr>
              <a:t>Visual:</a:t>
            </a:r>
            <a:r>
              <a:rPr kumimoji="0" lang="es-MX" altLang="es-MX" sz="1800" b="0" i="0" u="none" strike="noStrike" cap="none" normalizeH="0" baseline="0">
                <a:ln>
                  <a:noFill/>
                </a:ln>
                <a:solidFill>
                  <a:srgbClr val="1181C3"/>
                </a:solidFill>
                <a:effectLst/>
                <a:latin typeface="Arial" panose="020B0604020202020204" pitchFamily="34" charset="0"/>
              </a:rPr>
              <a:t> Representación de usuarios (taquillero, empresa, pasajero)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1800" b="1" i="0" u="none" strike="noStrike" cap="none" normalizeH="0" baseline="0">
                <a:ln>
                  <a:noFill/>
                </a:ln>
                <a:solidFill>
                  <a:srgbClr val="1181C3"/>
                </a:solidFill>
                <a:effectLst/>
                <a:latin typeface="Arial" panose="020B0604020202020204" pitchFamily="34" charset="0"/>
              </a:rPr>
              <a:t>Opcional:</a:t>
            </a:r>
            <a:r>
              <a:rPr kumimoji="0" lang="es-MX" altLang="es-MX" sz="1800" b="0" i="0" u="none" strike="noStrike" cap="none" normalizeH="0" baseline="0">
                <a:ln>
                  <a:noFill/>
                </a:ln>
                <a:solidFill>
                  <a:srgbClr val="1181C3"/>
                </a:solidFill>
                <a:effectLst/>
                <a:latin typeface="Arial" panose="020B0604020202020204" pitchFamily="34" charset="0"/>
              </a:rPr>
              <a:t> Mini gráfico de impacto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491BE5A-D9DC-5CFD-68E0-3274EEFF5B37}"/>
              </a:ext>
            </a:extLst>
          </p:cNvPr>
          <p:cNvSpPr/>
          <p:nvPr/>
        </p:nvSpPr>
        <p:spPr>
          <a:xfrm flipV="1">
            <a:off x="10752000" y="-2"/>
            <a:ext cx="1440000" cy="6858000"/>
          </a:xfrm>
          <a:prstGeom prst="rect">
            <a:avLst/>
          </a:prstGeom>
          <a:solidFill>
            <a:srgbClr val="1181C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0C71971E-D090-FDA3-813A-D3C38124896F}"/>
              </a:ext>
            </a:extLst>
          </p:cNvPr>
          <p:cNvSpPr/>
          <p:nvPr/>
        </p:nvSpPr>
        <p:spPr>
          <a:xfrm rot="10800000" flipV="1">
            <a:off x="10752000" y="5418000"/>
            <a:ext cx="1440000" cy="1440000"/>
          </a:xfrm>
          <a:prstGeom prst="triangle">
            <a:avLst>
              <a:gd name="adj" fmla="val 100000"/>
            </a:avLst>
          </a:prstGeom>
          <a:solidFill>
            <a:srgbClr val="ED723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DAF4685-46AC-E5F6-A876-39BD8D8D807C}"/>
              </a:ext>
            </a:extLst>
          </p:cNvPr>
          <p:cNvSpPr/>
          <p:nvPr/>
        </p:nvSpPr>
        <p:spPr>
          <a:xfrm flipV="1">
            <a:off x="0" y="-2"/>
            <a:ext cx="1440000" cy="6858000"/>
          </a:xfrm>
          <a:prstGeom prst="rect">
            <a:avLst/>
          </a:prstGeom>
          <a:solidFill>
            <a:srgbClr val="1181C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10A356F-05D3-F6A3-833B-ADCFD1495969}"/>
              </a:ext>
            </a:extLst>
          </p:cNvPr>
          <p:cNvSpPr txBox="1"/>
          <p:nvPr/>
        </p:nvSpPr>
        <p:spPr>
          <a:xfrm>
            <a:off x="11472000" y="6273224"/>
            <a:ext cx="71035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>
                <a:ln w="12700">
                  <a:noFill/>
                </a:ln>
                <a:solidFill>
                  <a:schemeClr val="bg1"/>
                </a:solidFill>
                <a:latin typeface="Bahnschrift SemiBold Condensed" panose="020B0502040204020203" pitchFamily="34" charset="0"/>
                <a:cs typeface="Aharoni" panose="02010803020104030203" pitchFamily="2" charset="-79"/>
              </a:rPr>
              <a:t>5</a:t>
            </a:r>
            <a:endParaRPr lang="es-MX" sz="3200">
              <a:ln w="12700">
                <a:noFill/>
              </a:ln>
              <a:solidFill>
                <a:schemeClr val="bg1"/>
              </a:solidFill>
              <a:latin typeface="Bahnschrift SemiBold Condensed" panose="020B0502040204020203" pitchFamily="34" charset="0"/>
              <a:cs typeface="Aharoni" panose="02010803020104030203" pitchFamily="2" charset="-79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4BBE87D-27C5-4ECD-4995-AE3E03DC93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1460" y="603343"/>
            <a:ext cx="4418130" cy="2926862"/>
          </a:xfrm>
          <a:prstGeom prst="rect">
            <a:avLst/>
          </a:prstGeom>
        </p:spPr>
      </p:pic>
      <p:pic>
        <p:nvPicPr>
          <p:cNvPr id="18" name="Picture 17" descr="A close up of a card&#10;&#10;AI-generated content may be incorrect.">
            <a:extLst>
              <a:ext uri="{FF2B5EF4-FFF2-40B4-BE49-F238E27FC236}">
                <a16:creationId xmlns:a16="http://schemas.microsoft.com/office/drawing/2014/main" id="{13C12571-175C-9DA6-3923-E5560E2AFD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604" y="4532696"/>
            <a:ext cx="2084888" cy="768117"/>
          </a:xfrm>
          <a:prstGeom prst="rect">
            <a:avLst/>
          </a:prstGeom>
        </p:spPr>
      </p:pic>
      <p:pic>
        <p:nvPicPr>
          <p:cNvPr id="23" name="Picture 22" descr="A close up of a card&#10;&#10;AI-generated content may be incorrect.">
            <a:extLst>
              <a:ext uri="{FF2B5EF4-FFF2-40B4-BE49-F238E27FC236}">
                <a16:creationId xmlns:a16="http://schemas.microsoft.com/office/drawing/2014/main" id="{372DE2E9-9D0C-B346-03EF-942CDEA8F1B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0604" y="3647393"/>
            <a:ext cx="2084888" cy="768117"/>
          </a:xfrm>
          <a:prstGeom prst="rect">
            <a:avLst/>
          </a:prstGeom>
        </p:spPr>
      </p:pic>
      <p:pic>
        <p:nvPicPr>
          <p:cNvPr id="25" name="Picture 24" descr="A close up of a card&#10;&#10;AI-generated content may be incorrect.">
            <a:extLst>
              <a:ext uri="{FF2B5EF4-FFF2-40B4-BE49-F238E27FC236}">
                <a16:creationId xmlns:a16="http://schemas.microsoft.com/office/drawing/2014/main" id="{1F414590-F6AC-78CE-1BD2-140ECA63AED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8702" y="3647394"/>
            <a:ext cx="2084888" cy="768117"/>
          </a:xfrm>
          <a:prstGeom prst="rect">
            <a:avLst/>
          </a:prstGeom>
        </p:spPr>
      </p:pic>
      <p:pic>
        <p:nvPicPr>
          <p:cNvPr id="27" name="Picture 26" descr="A close up of a card&#10;&#10;AI-generated content may be incorrect.">
            <a:extLst>
              <a:ext uri="{FF2B5EF4-FFF2-40B4-BE49-F238E27FC236}">
                <a16:creationId xmlns:a16="http://schemas.microsoft.com/office/drawing/2014/main" id="{E67D38DD-605C-4AA2-38DB-FD0DE26996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604" y="3647395"/>
            <a:ext cx="2084888" cy="768117"/>
          </a:xfrm>
          <a:prstGeom prst="rect">
            <a:avLst/>
          </a:prstGeom>
        </p:spPr>
      </p:pic>
      <p:pic>
        <p:nvPicPr>
          <p:cNvPr id="29" name="Picture 28" descr="A close up of a card&#10;&#10;AI-generated content may be incorrect.">
            <a:extLst>
              <a:ext uri="{FF2B5EF4-FFF2-40B4-BE49-F238E27FC236}">
                <a16:creationId xmlns:a16="http://schemas.microsoft.com/office/drawing/2014/main" id="{2EFAC981-852E-26AE-3F9A-BBB79C3B9E4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8177" y="4532693"/>
            <a:ext cx="2084888" cy="768117"/>
          </a:xfrm>
          <a:prstGeom prst="rect">
            <a:avLst/>
          </a:prstGeom>
        </p:spPr>
      </p:pic>
      <p:pic>
        <p:nvPicPr>
          <p:cNvPr id="31" name="Picture 30" descr="A screenshot of a credit card&#10;&#10;AI-generated content may be incorrect.">
            <a:extLst>
              <a:ext uri="{FF2B5EF4-FFF2-40B4-BE49-F238E27FC236}">
                <a16:creationId xmlns:a16="http://schemas.microsoft.com/office/drawing/2014/main" id="{96E733E3-0308-D810-1540-4D88FB205AC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0604" y="4532693"/>
            <a:ext cx="2084888" cy="768117"/>
          </a:xfrm>
          <a:prstGeom prst="rect">
            <a:avLst/>
          </a:prstGeom>
        </p:spPr>
      </p:pic>
      <p:pic>
        <p:nvPicPr>
          <p:cNvPr id="33" name="Picture 32" descr="A close up of a card&#10;&#10;AI-generated content may be incorrect.">
            <a:extLst>
              <a:ext uri="{FF2B5EF4-FFF2-40B4-BE49-F238E27FC236}">
                <a16:creationId xmlns:a16="http://schemas.microsoft.com/office/drawing/2014/main" id="{B446B41C-69BE-DBA1-A27A-642D80C5810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3158" y="4532693"/>
            <a:ext cx="2084888" cy="768117"/>
          </a:xfrm>
          <a:prstGeom prst="rect">
            <a:avLst/>
          </a:prstGeom>
        </p:spPr>
      </p:pic>
      <p:pic>
        <p:nvPicPr>
          <p:cNvPr id="35" name="Picture 34" descr="A close up of a card&#10;&#10;AI-generated content may be incorrect.">
            <a:extLst>
              <a:ext uri="{FF2B5EF4-FFF2-40B4-BE49-F238E27FC236}">
                <a16:creationId xmlns:a16="http://schemas.microsoft.com/office/drawing/2014/main" id="{53D12B15-9AD7-EDD7-C832-E1B0C13CCAD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4699" y="3647392"/>
            <a:ext cx="2084891" cy="768118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C0E65E63-2178-7B43-7408-34950D6AB1A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4129" y="837603"/>
            <a:ext cx="5656412" cy="2308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553511"/>
      </p:ext>
    </p:extLst>
  </p:cSld>
  <p:clrMapOvr>
    <a:masterClrMapping/>
  </p:clrMapOvr>
  <p:transition spd="med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8DFE7-9FE6-094E-52C7-E8781C6F0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6350A0D-CE99-1DEF-8EF5-51A04F2789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858000"/>
            <a:ext cx="7223760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1800" b="1" i="0" u="none" strike="noStrike" cap="none" normalizeH="0" baseline="0">
                <a:ln>
                  <a:noFill/>
                </a:ln>
                <a:solidFill>
                  <a:srgbClr val="1181C3"/>
                </a:solidFill>
                <a:effectLst/>
                <a:latin typeface="Arial" panose="020B0604020202020204" pitchFamily="34" charset="0"/>
              </a:rPr>
              <a:t>5 beneficios clave:</a:t>
            </a:r>
            <a:r>
              <a:rPr kumimoji="0" lang="es-MX" altLang="es-MX" sz="1800" b="0" i="0" u="none" strike="noStrike" cap="none" normalizeH="0" baseline="0">
                <a:ln>
                  <a:noFill/>
                </a:ln>
                <a:solidFill>
                  <a:srgbClr val="1181C3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1800" b="0" i="0" u="none" strike="noStrike" cap="none" normalizeH="0" baseline="0">
                <a:ln>
                  <a:noFill/>
                </a:ln>
                <a:solidFill>
                  <a:srgbClr val="1181C3"/>
                </a:solidFill>
                <a:effectLst/>
                <a:latin typeface="Arial" panose="020B0604020202020204" pitchFamily="34" charset="0"/>
              </a:rPr>
              <a:t>Reduce tiempos de espera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1800" b="0" i="0" u="none" strike="noStrike" cap="none" normalizeH="0" baseline="0">
                <a:ln>
                  <a:noFill/>
                </a:ln>
                <a:solidFill>
                  <a:srgbClr val="1181C3"/>
                </a:solidFill>
                <a:effectLst/>
                <a:latin typeface="Arial" panose="020B0604020202020204" pitchFamily="34" charset="0"/>
              </a:rPr>
              <a:t>Evita errores humanos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1800" b="0" i="0" u="none" strike="noStrike" cap="none" normalizeH="0" baseline="0">
                <a:ln>
                  <a:noFill/>
                </a:ln>
                <a:solidFill>
                  <a:srgbClr val="1181C3"/>
                </a:solidFill>
                <a:effectLst/>
                <a:latin typeface="Arial" panose="020B0604020202020204" pitchFamily="34" charset="0"/>
              </a:rPr>
              <a:t>Control total para la empresa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1800" b="0" i="0" u="none" strike="noStrike" cap="none" normalizeH="0" baseline="0">
                <a:ln>
                  <a:noFill/>
                </a:ln>
                <a:solidFill>
                  <a:srgbClr val="1181C3"/>
                </a:solidFill>
                <a:effectLst/>
                <a:latin typeface="Arial" panose="020B0604020202020204" pitchFamily="34" charset="0"/>
              </a:rPr>
              <a:t>Facilita auditorías y reportes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1800" b="0" i="0" u="none" strike="noStrike" cap="none" normalizeH="0" baseline="0">
                <a:ln>
                  <a:noFill/>
                </a:ln>
                <a:solidFill>
                  <a:srgbClr val="1181C3"/>
                </a:solidFill>
                <a:effectLst/>
                <a:latin typeface="Arial" panose="020B0604020202020204" pitchFamily="34" charset="0"/>
              </a:rPr>
              <a:t>Mejora experiencia del pasajero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1800" b="1" i="0" u="none" strike="noStrike" cap="none" normalizeH="0" baseline="0">
                <a:ln>
                  <a:noFill/>
                </a:ln>
                <a:solidFill>
                  <a:srgbClr val="1181C3"/>
                </a:solidFill>
                <a:effectLst/>
                <a:latin typeface="Arial" panose="020B0604020202020204" pitchFamily="34" charset="0"/>
              </a:rPr>
              <a:t>Visual:</a:t>
            </a:r>
            <a:r>
              <a:rPr kumimoji="0" lang="es-MX" altLang="es-MX" sz="1800" b="0" i="0" u="none" strike="noStrike" cap="none" normalizeH="0" baseline="0">
                <a:ln>
                  <a:noFill/>
                </a:ln>
                <a:solidFill>
                  <a:srgbClr val="1181C3"/>
                </a:solidFill>
                <a:effectLst/>
                <a:latin typeface="Arial" panose="020B0604020202020204" pitchFamily="34" charset="0"/>
              </a:rPr>
              <a:t> Representación de usuarios (taquillero, empresa, pasajero)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1800" b="1" i="0" u="none" strike="noStrike" cap="none" normalizeH="0" baseline="0">
                <a:ln>
                  <a:noFill/>
                </a:ln>
                <a:solidFill>
                  <a:srgbClr val="1181C3"/>
                </a:solidFill>
                <a:effectLst/>
                <a:latin typeface="Arial" panose="020B0604020202020204" pitchFamily="34" charset="0"/>
              </a:rPr>
              <a:t>Opcional:</a:t>
            </a:r>
            <a:r>
              <a:rPr kumimoji="0" lang="es-MX" altLang="es-MX" sz="1800" b="0" i="0" u="none" strike="noStrike" cap="none" normalizeH="0" baseline="0">
                <a:ln>
                  <a:noFill/>
                </a:ln>
                <a:solidFill>
                  <a:srgbClr val="1181C3"/>
                </a:solidFill>
                <a:effectLst/>
                <a:latin typeface="Arial" panose="020B0604020202020204" pitchFamily="34" charset="0"/>
              </a:rPr>
              <a:t> Mini gráfico de impacto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97F7A06-5D61-2A73-3851-61F9A66F375F}"/>
              </a:ext>
            </a:extLst>
          </p:cNvPr>
          <p:cNvSpPr/>
          <p:nvPr/>
        </p:nvSpPr>
        <p:spPr>
          <a:xfrm flipV="1">
            <a:off x="10752000" y="-2"/>
            <a:ext cx="1440000" cy="6858000"/>
          </a:xfrm>
          <a:prstGeom prst="rect">
            <a:avLst/>
          </a:prstGeom>
          <a:solidFill>
            <a:srgbClr val="ED723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5955878-CF05-43E3-DD8B-EFF2C1AB39E4}"/>
              </a:ext>
            </a:extLst>
          </p:cNvPr>
          <p:cNvSpPr/>
          <p:nvPr/>
        </p:nvSpPr>
        <p:spPr>
          <a:xfrm flipV="1">
            <a:off x="0" y="-2"/>
            <a:ext cx="1440000" cy="6858000"/>
          </a:xfrm>
          <a:prstGeom prst="rect">
            <a:avLst/>
          </a:prstGeom>
          <a:solidFill>
            <a:srgbClr val="1181C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A8D27C7-D4E3-C168-606B-B430E476244C}"/>
              </a:ext>
            </a:extLst>
          </p:cNvPr>
          <p:cNvGrpSpPr/>
          <p:nvPr/>
        </p:nvGrpSpPr>
        <p:grpSpPr>
          <a:xfrm>
            <a:off x="1652100" y="1597717"/>
            <a:ext cx="4813564" cy="3403343"/>
            <a:chOff x="1622881" y="1249680"/>
            <a:chExt cx="5600879" cy="3960000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6BAB0635-FEA4-D2F4-C0F4-D3D8B90A714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22881" y="1249680"/>
              <a:ext cx="3960000" cy="3960000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103B0398-A14E-F2B2-54E7-79ACF4C4F92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8736" r="19109"/>
            <a:stretch>
              <a:fillRect/>
            </a:stretch>
          </p:blipFill>
          <p:spPr>
            <a:xfrm>
              <a:off x="5582881" y="1249680"/>
              <a:ext cx="1640879" cy="3960000"/>
            </a:xfrm>
            <a:prstGeom prst="rect">
              <a:avLst/>
            </a:prstGeom>
          </p:spPr>
        </p:pic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E06CC550-57B2-DB9F-0E2E-C1C4F0D6A756}"/>
              </a:ext>
            </a:extLst>
          </p:cNvPr>
          <p:cNvSpPr txBox="1"/>
          <p:nvPr/>
        </p:nvSpPr>
        <p:spPr>
          <a:xfrm>
            <a:off x="6693118" y="2263065"/>
            <a:ext cx="3763042" cy="1631216"/>
          </a:xfrm>
          <a:prstGeom prst="rect">
            <a:avLst/>
          </a:prstGeom>
          <a:solidFill>
            <a:srgbClr val="1181C3"/>
          </a:solidFill>
        </p:spPr>
        <p:txBody>
          <a:bodyPr wrap="square" lIns="91440" tIns="45720" rIns="91440" bIns="45720" anchor="t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Bahnschrift SemiCondensed" panose="020B0502040204020203" pitchFamily="34" charset="0"/>
              </a:rPr>
              <a:t>Reduce tiempos de espera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Bahnschrift SemiCondensed" panose="020B0502040204020203" pitchFamily="34" charset="0"/>
              </a:rPr>
              <a:t>Evita errores humanos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Bahnschrift SemiCondensed" panose="020B0502040204020203" pitchFamily="34" charset="0"/>
              </a:rPr>
              <a:t>Control total para la empresa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Bahnschrift SemiCondensed" panose="020B0502040204020203" pitchFamily="34" charset="0"/>
              </a:rPr>
              <a:t>Facilita auditorías y reportes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s-MX" altLang="es-MX" sz="2000" dirty="0">
                <a:solidFill>
                  <a:schemeClr val="bg1"/>
                </a:solidFill>
                <a:latin typeface="Bahnschrift SemiCondensed"/>
              </a:rPr>
              <a:t>Mejorar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Bahnschrift SemiCondensed"/>
              </a:rPr>
              <a:t> la experiencia del pasajero </a:t>
            </a:r>
            <a:endParaRPr lang="es-MX" altLang="es-MX" sz="20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Bahnschrift SemiCondensed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2F12E46-18C8-1DC5-E58A-6CED9E7067B9}"/>
              </a:ext>
            </a:extLst>
          </p:cNvPr>
          <p:cNvSpPr txBox="1"/>
          <p:nvPr/>
        </p:nvSpPr>
        <p:spPr>
          <a:xfrm>
            <a:off x="3754097" y="315173"/>
            <a:ext cx="4683806" cy="70788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US" sz="4000" dirty="0">
                <a:ln w="12700">
                  <a:noFill/>
                </a:ln>
                <a:solidFill>
                  <a:srgbClr val="ED7237"/>
                </a:solidFill>
                <a:latin typeface="Bahnschrift SemiBold Condensed"/>
                <a:cs typeface="Aharoni"/>
              </a:rPr>
              <a:t>Beneficios Principales</a:t>
            </a:r>
            <a:endParaRPr lang="es-MX" sz="4000" dirty="0">
              <a:ln w="12700">
                <a:noFill/>
              </a:ln>
              <a:solidFill>
                <a:srgbClr val="ED7237"/>
              </a:solidFill>
              <a:latin typeface="Bahnschrift SemiBold Condensed"/>
              <a:cs typeface="Aharoni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EEFD65D-3D03-8164-CCFB-AA9FCDFA2D95}"/>
              </a:ext>
            </a:extLst>
          </p:cNvPr>
          <p:cNvSpPr txBox="1"/>
          <p:nvPr/>
        </p:nvSpPr>
        <p:spPr>
          <a:xfrm>
            <a:off x="11472000" y="6273224"/>
            <a:ext cx="71035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>
                <a:ln w="12700">
                  <a:noFill/>
                </a:ln>
                <a:solidFill>
                  <a:schemeClr val="bg1"/>
                </a:solidFill>
                <a:latin typeface="Bahnschrift SemiBold Condensed" panose="020B0502040204020203" pitchFamily="34" charset="0"/>
                <a:cs typeface="Aharoni" panose="02010803020104030203" pitchFamily="2" charset="-79"/>
              </a:rPr>
              <a:t>5</a:t>
            </a:r>
            <a:endParaRPr lang="es-MX" sz="3200">
              <a:ln w="12700">
                <a:noFill/>
              </a:ln>
              <a:solidFill>
                <a:schemeClr val="bg1"/>
              </a:solidFill>
              <a:latin typeface="Bahnschrift SemiBold Condensed" panose="020B0502040204020203" pitchFamily="34" charset="0"/>
              <a:cs typeface="Aharoni" panose="02010803020104030203" pitchFamily="2" charset="-79"/>
            </a:endParaRPr>
          </a:p>
        </p:txBody>
      </p:sp>
      <p:sp>
        <p:nvSpPr>
          <p:cNvPr id="8" name="Isosceles Triangle 7">
            <a:extLst>
              <a:ext uri="{FF2B5EF4-FFF2-40B4-BE49-F238E27FC236}">
                <a16:creationId xmlns:a16="http://schemas.microsoft.com/office/drawing/2014/main" id="{7F96D557-3BF2-BBB1-C7ED-D3319D4691B9}"/>
              </a:ext>
            </a:extLst>
          </p:cNvPr>
          <p:cNvSpPr/>
          <p:nvPr/>
        </p:nvSpPr>
        <p:spPr>
          <a:xfrm flipH="1">
            <a:off x="0" y="3977999"/>
            <a:ext cx="2880000" cy="2880000"/>
          </a:xfrm>
          <a:prstGeom prst="triangle">
            <a:avLst>
              <a:gd name="adj" fmla="val 100000"/>
            </a:avLst>
          </a:prstGeom>
          <a:solidFill>
            <a:srgbClr val="1181C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9" name="Isosceles Triangle 8">
            <a:extLst>
              <a:ext uri="{FF2B5EF4-FFF2-40B4-BE49-F238E27FC236}">
                <a16:creationId xmlns:a16="http://schemas.microsoft.com/office/drawing/2014/main" id="{1CA48E3F-1A49-94AC-F444-3D777732D26D}"/>
              </a:ext>
            </a:extLst>
          </p:cNvPr>
          <p:cNvSpPr/>
          <p:nvPr/>
        </p:nvSpPr>
        <p:spPr>
          <a:xfrm>
            <a:off x="9312000" y="3978000"/>
            <a:ext cx="2880000" cy="2880000"/>
          </a:xfrm>
          <a:prstGeom prst="triangle">
            <a:avLst>
              <a:gd name="adj" fmla="val 100000"/>
            </a:avLst>
          </a:prstGeom>
          <a:solidFill>
            <a:srgbClr val="ED723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9B92110B-F731-EBEB-FC5F-ED6ACF8371CB}"/>
              </a:ext>
            </a:extLst>
          </p:cNvPr>
          <p:cNvSpPr/>
          <p:nvPr/>
        </p:nvSpPr>
        <p:spPr>
          <a:xfrm flipV="1">
            <a:off x="9312000" y="-1"/>
            <a:ext cx="2880000" cy="2880000"/>
          </a:xfrm>
          <a:prstGeom prst="triangle">
            <a:avLst>
              <a:gd name="adj" fmla="val 100000"/>
            </a:avLst>
          </a:prstGeom>
          <a:solidFill>
            <a:srgbClr val="ED723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A0378C9-9C9D-B183-2415-7E7A5D8517F2}"/>
              </a:ext>
            </a:extLst>
          </p:cNvPr>
          <p:cNvSpPr txBox="1"/>
          <p:nvPr/>
        </p:nvSpPr>
        <p:spPr>
          <a:xfrm>
            <a:off x="11624400" y="6273225"/>
            <a:ext cx="71035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n w="12700">
                  <a:noFill/>
                </a:ln>
                <a:solidFill>
                  <a:schemeClr val="bg1"/>
                </a:solidFill>
                <a:latin typeface="Bahnschrift SemiBold Condensed" panose="020B0502040204020203" pitchFamily="34" charset="0"/>
                <a:cs typeface="Aharoni" panose="02010803020104030203" pitchFamily="2" charset="-79"/>
              </a:rPr>
              <a:t>7</a:t>
            </a:r>
            <a:endParaRPr lang="es-MX" sz="3200" dirty="0">
              <a:ln w="12700">
                <a:noFill/>
              </a:ln>
              <a:solidFill>
                <a:schemeClr val="bg1"/>
              </a:solidFill>
              <a:latin typeface="Bahnschrift SemiBold Condensed" panose="020B0502040204020203" pitchFamily="34" charset="0"/>
              <a:cs typeface="Aharoni" panose="02010803020104030203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4083658514"/>
      </p:ext>
    </p:extLst>
  </p:cSld>
  <p:clrMapOvr>
    <a:masterClrMapping/>
  </p:clrMapOvr>
  <p:transition spd="med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FF5BE3-265E-7B01-B6B2-5D9B31C7E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2AAC01B-8B59-8176-2B37-602E01CD60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995160"/>
            <a:ext cx="4389120" cy="1219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1800" b="1" i="0" u="none" strike="noStrike" cap="none" normalizeH="0" baseline="0">
                <a:ln>
                  <a:noFill/>
                </a:ln>
                <a:solidFill>
                  <a:srgbClr val="1181C3"/>
                </a:solidFill>
                <a:effectLst/>
                <a:latin typeface="Arial" panose="020B0604020202020204" pitchFamily="34" charset="0"/>
              </a:rPr>
              <a:t>Texto:</a:t>
            </a:r>
            <a:r>
              <a:rPr kumimoji="0" lang="es-MX" altLang="es-MX" sz="1800" b="0" i="0" u="none" strike="noStrike" cap="none" normalizeH="0" baseline="0">
                <a:ln>
                  <a:noFill/>
                </a:ln>
                <a:solidFill>
                  <a:srgbClr val="1181C3"/>
                </a:solidFill>
                <a:effectLst/>
                <a:latin typeface="Arial" panose="020B0604020202020204" pitchFamily="34" charset="0"/>
              </a:rPr>
              <a:t> Agradecimiento + mensaje final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1800" b="1" i="0" u="none" strike="noStrike" cap="none" normalizeH="0" baseline="0">
                <a:ln>
                  <a:noFill/>
                </a:ln>
                <a:solidFill>
                  <a:srgbClr val="1181C3"/>
                </a:solidFill>
                <a:effectLst/>
                <a:latin typeface="Arial" panose="020B0604020202020204" pitchFamily="34" charset="0"/>
              </a:rPr>
              <a:t>Visual:</a:t>
            </a:r>
            <a:r>
              <a:rPr kumimoji="0" lang="es-MX" altLang="es-MX" sz="1800" b="0" i="0" u="none" strike="noStrike" cap="none" normalizeH="0" baseline="0">
                <a:ln>
                  <a:noFill/>
                </a:ln>
                <a:solidFill>
                  <a:srgbClr val="1181C3"/>
                </a:solidFill>
                <a:effectLst/>
                <a:latin typeface="Arial" panose="020B0604020202020204" pitchFamily="34" charset="0"/>
              </a:rPr>
              <a:t> QR con contacto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1800" b="1" i="0" u="none" strike="noStrike" cap="none" normalizeH="0" baseline="0">
                <a:ln>
                  <a:noFill/>
                </a:ln>
                <a:solidFill>
                  <a:srgbClr val="1181C3"/>
                </a:solidFill>
                <a:effectLst/>
                <a:latin typeface="Arial" panose="020B0604020202020204" pitchFamily="34" charset="0"/>
              </a:rPr>
              <a:t>Frase:</a:t>
            </a:r>
            <a:br>
              <a:rPr kumimoji="0" lang="es-MX" altLang="es-MX" sz="1800" b="0" i="0" u="none" strike="noStrike" cap="none" normalizeH="0" baseline="0">
                <a:ln>
                  <a:noFill/>
                </a:ln>
                <a:solidFill>
                  <a:srgbClr val="1181C3"/>
                </a:solidFill>
                <a:effectLst/>
                <a:latin typeface="Arial" panose="020B0604020202020204" pitchFamily="34" charset="0"/>
              </a:rPr>
            </a:br>
            <a:r>
              <a:rPr kumimoji="0" lang="es-MX" altLang="es-MX" sz="1800" b="0" i="1" u="none" strike="noStrike" cap="none" normalizeH="0" baseline="0">
                <a:ln>
                  <a:noFill/>
                </a:ln>
                <a:solidFill>
                  <a:srgbClr val="1181C3"/>
                </a:solidFill>
                <a:effectLst/>
                <a:latin typeface="Arial" panose="020B0604020202020204" pitchFamily="34" charset="0"/>
              </a:rPr>
              <a:t>“Gracias”</a:t>
            </a:r>
            <a:r>
              <a:rPr kumimoji="0" lang="es-MX" altLang="es-MX" sz="1800" b="0" i="0" u="none" strike="noStrike" cap="none" normalizeH="0" baseline="0">
                <a:ln>
                  <a:noFill/>
                </a:ln>
                <a:solidFill>
                  <a:srgbClr val="1181C3"/>
                </a:solidFill>
                <a:effectLst/>
                <a:latin typeface="Arial" panose="020B0604020202020204" pitchFamily="34" charset="0"/>
              </a:rPr>
              <a:t> en grande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0B4E9C2-6A68-2F1B-CAC1-FC68B76E01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1935" y="2552748"/>
            <a:ext cx="1716130" cy="174155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9ED39A1-CEA7-4C51-FF09-D31DE37EFBC8}"/>
              </a:ext>
            </a:extLst>
          </p:cNvPr>
          <p:cNvSpPr txBox="1"/>
          <p:nvPr/>
        </p:nvSpPr>
        <p:spPr>
          <a:xfrm>
            <a:off x="1761567" y="4151358"/>
            <a:ext cx="22368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US" sz="4000">
                <a:ln w="12700">
                  <a:noFill/>
                </a:ln>
                <a:latin typeface="Bahnschrift SemiBold Condensed" panose="020B0502040204020203" pitchFamily="34" charset="0"/>
                <a:cs typeface="Aharoni" panose="02010803020104030203" pitchFamily="2" charset="-79"/>
              </a:rPr>
              <a:t>Instagram</a:t>
            </a:r>
            <a:endParaRPr lang="es-MX" sz="4000">
              <a:ln w="12700">
                <a:noFill/>
              </a:ln>
              <a:latin typeface="Bahnschrift SemiBold Condensed" panose="020B0502040204020203" pitchFamily="34" charset="0"/>
              <a:cs typeface="Aharoni" panose="02010803020104030203" pitchFamily="2" charset="-79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057D8E-1E79-A5C4-692E-351E70E2F740}"/>
              </a:ext>
            </a:extLst>
          </p:cNvPr>
          <p:cNvSpPr txBox="1"/>
          <p:nvPr/>
        </p:nvSpPr>
        <p:spPr>
          <a:xfrm>
            <a:off x="8453935" y="4151358"/>
            <a:ext cx="17161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US" sz="4000">
                <a:ln w="12700">
                  <a:noFill/>
                </a:ln>
                <a:latin typeface="Bahnschrift SemiBold Condensed" panose="020B0502040204020203" pitchFamily="34" charset="0"/>
                <a:cs typeface="Aharoni" panose="02010803020104030203" pitchFamily="2" charset="-79"/>
              </a:rPr>
              <a:t>GitHub</a:t>
            </a:r>
            <a:endParaRPr lang="es-MX" sz="4000">
              <a:ln w="12700">
                <a:noFill/>
              </a:ln>
              <a:latin typeface="Bahnschrift SemiBold Condensed" panose="020B0502040204020203" pitchFamily="34" charset="0"/>
              <a:cs typeface="Aharoni" panose="02010803020104030203" pitchFamily="2" charset="-79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C93C510-A878-8967-B4FF-7F2E03D0A1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3935" y="2552748"/>
            <a:ext cx="1716130" cy="1744341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8E81B101-DB69-6E87-0A0D-3B68733C289A}"/>
              </a:ext>
            </a:extLst>
          </p:cNvPr>
          <p:cNvSpPr/>
          <p:nvPr/>
        </p:nvSpPr>
        <p:spPr>
          <a:xfrm flipH="1">
            <a:off x="10752000" y="-1"/>
            <a:ext cx="1440000" cy="6858000"/>
          </a:xfrm>
          <a:prstGeom prst="rect">
            <a:avLst/>
          </a:prstGeom>
          <a:solidFill>
            <a:srgbClr val="ED723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B76C23B0-859E-7645-2E8B-3DC89ABD1B44}"/>
              </a:ext>
            </a:extLst>
          </p:cNvPr>
          <p:cNvSpPr/>
          <p:nvPr/>
        </p:nvSpPr>
        <p:spPr>
          <a:xfrm>
            <a:off x="9312000" y="3977999"/>
            <a:ext cx="2880000" cy="2880000"/>
          </a:xfrm>
          <a:prstGeom prst="triangle">
            <a:avLst>
              <a:gd name="adj" fmla="val 100000"/>
            </a:avLst>
          </a:prstGeom>
          <a:solidFill>
            <a:srgbClr val="ED723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29F96216-019D-BA25-94D4-C43FB8374C72}"/>
              </a:ext>
            </a:extLst>
          </p:cNvPr>
          <p:cNvSpPr/>
          <p:nvPr/>
        </p:nvSpPr>
        <p:spPr>
          <a:xfrm flipV="1">
            <a:off x="9312000" y="-1"/>
            <a:ext cx="2880000" cy="2880000"/>
          </a:xfrm>
          <a:prstGeom prst="triangle">
            <a:avLst>
              <a:gd name="adj" fmla="val 100000"/>
            </a:avLst>
          </a:prstGeom>
          <a:solidFill>
            <a:srgbClr val="ED723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575DFE0-D893-5DF8-5DAE-588A57F605C2}"/>
              </a:ext>
            </a:extLst>
          </p:cNvPr>
          <p:cNvSpPr/>
          <p:nvPr/>
        </p:nvSpPr>
        <p:spPr>
          <a:xfrm>
            <a:off x="0" y="0"/>
            <a:ext cx="1440000" cy="6858000"/>
          </a:xfrm>
          <a:prstGeom prst="rect">
            <a:avLst/>
          </a:prstGeom>
          <a:solidFill>
            <a:srgbClr val="1181C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004586B4-5ACB-F2F7-276A-81571693D232}"/>
              </a:ext>
            </a:extLst>
          </p:cNvPr>
          <p:cNvSpPr/>
          <p:nvPr/>
        </p:nvSpPr>
        <p:spPr>
          <a:xfrm flipH="1">
            <a:off x="0" y="3977999"/>
            <a:ext cx="2880000" cy="2879999"/>
          </a:xfrm>
          <a:prstGeom prst="triangle">
            <a:avLst>
              <a:gd name="adj" fmla="val 100000"/>
            </a:avLst>
          </a:prstGeom>
          <a:solidFill>
            <a:srgbClr val="1181C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09EF5507-C4FC-1D8D-C690-5934B9C00373}"/>
              </a:ext>
            </a:extLst>
          </p:cNvPr>
          <p:cNvSpPr/>
          <p:nvPr/>
        </p:nvSpPr>
        <p:spPr>
          <a:xfrm flipH="1" flipV="1">
            <a:off x="0" y="-1"/>
            <a:ext cx="2880000" cy="2880000"/>
          </a:xfrm>
          <a:prstGeom prst="triangle">
            <a:avLst>
              <a:gd name="adj" fmla="val 100000"/>
            </a:avLst>
          </a:prstGeom>
          <a:solidFill>
            <a:srgbClr val="1181C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DCFDCB3-103F-C6F5-6CAA-D63164214E53}"/>
              </a:ext>
            </a:extLst>
          </p:cNvPr>
          <p:cNvSpPr txBox="1"/>
          <p:nvPr/>
        </p:nvSpPr>
        <p:spPr>
          <a:xfrm>
            <a:off x="3647090" y="941557"/>
            <a:ext cx="4897820" cy="800219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algn="ctr"/>
            <a:r>
              <a:rPr lang="en-US" sz="4600" dirty="0">
                <a:solidFill>
                  <a:srgbClr val="ED7237"/>
                </a:solidFill>
                <a:latin typeface="Bauhaus 93"/>
              </a:rPr>
              <a:t>¡CONT</a:t>
            </a:r>
            <a:r>
              <a:rPr lang="es-US" sz="4600" dirty="0">
                <a:solidFill>
                  <a:srgbClr val="ED7237"/>
                </a:solidFill>
                <a:latin typeface="Bauhaus 93"/>
              </a:rPr>
              <a:t>Á</a:t>
            </a:r>
            <a:r>
              <a:rPr lang="en-US" sz="4600" dirty="0">
                <a:solidFill>
                  <a:srgbClr val="ED7237"/>
                </a:solidFill>
                <a:latin typeface="Bauhaus 93"/>
              </a:rPr>
              <a:t>CTANOS!</a:t>
            </a:r>
            <a:endParaRPr lang="es-MX" sz="4600" dirty="0">
              <a:solidFill>
                <a:srgbClr val="ED7237"/>
              </a:solidFill>
              <a:latin typeface="Bauhaus 93"/>
            </a:endParaRPr>
          </a:p>
        </p:txBody>
      </p:sp>
      <p:pic>
        <p:nvPicPr>
          <p:cNvPr id="6147" name="Picture 3">
            <a:extLst>
              <a:ext uri="{FF2B5EF4-FFF2-40B4-BE49-F238E27FC236}">
                <a16:creationId xmlns:a16="http://schemas.microsoft.com/office/drawing/2014/main" id="{F0A3FE10-581B-D3C1-8DFE-28CD278B0B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8608" y="2148825"/>
            <a:ext cx="1995152" cy="28521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13E59D4C-9E45-B6B7-C0D7-627FAEED7543}"/>
              </a:ext>
            </a:extLst>
          </p:cNvPr>
          <p:cNvSpPr txBox="1"/>
          <p:nvPr/>
        </p:nvSpPr>
        <p:spPr>
          <a:xfrm>
            <a:off x="11472000" y="6273224"/>
            <a:ext cx="71035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n w="12700">
                  <a:noFill/>
                </a:ln>
                <a:solidFill>
                  <a:schemeClr val="bg1"/>
                </a:solidFill>
                <a:latin typeface="Bahnschrift SemiBold Condensed" panose="020B0502040204020203" pitchFamily="34" charset="0"/>
                <a:cs typeface="Aharoni" panose="02010803020104030203" pitchFamily="2" charset="-79"/>
              </a:rPr>
              <a:t>7</a:t>
            </a:r>
            <a:endParaRPr lang="es-MX" sz="3200" dirty="0">
              <a:ln w="12700">
                <a:noFill/>
              </a:ln>
              <a:solidFill>
                <a:schemeClr val="bg1"/>
              </a:solidFill>
              <a:latin typeface="Bahnschrift SemiBold Condensed" panose="020B0502040204020203" pitchFamily="34" charset="0"/>
              <a:cs typeface="Aharoni" panose="02010803020104030203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1147389391"/>
      </p:ext>
    </p:extLst>
  </p:cSld>
  <p:clrMapOvr>
    <a:masterClrMapping/>
  </p:clrMapOvr>
  <p:transition spd="med">
    <p:push dir="u"/>
  </p:transition>
</p:sld>
</file>

<file path=ppt/theme/theme1.xml><?xml version="1.0" encoding="utf-8"?>
<a:theme xmlns:a="http://schemas.openxmlformats.org/drawingml/2006/main" name="VanillaVTI">
  <a:themeElements>
    <a:clrScheme name="VanillaVTI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VanillaVTI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VanillaVTI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AACC6CF0-9F86-48CC-9C4E-CA578EE0A0A0}" vid="{3BDE51FE-56D6-4100-AFB5-5B4AEDCE2EF6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1BE65B7F9EFB24A8C8A6A90CAC4DD5B" ma:contentTypeVersion="12" ma:contentTypeDescription="Create a new document." ma:contentTypeScope="" ma:versionID="40803a321889b3e5abbfb0e6639e78b1">
  <xsd:schema xmlns:xsd="http://www.w3.org/2001/XMLSchema" xmlns:xs="http://www.w3.org/2001/XMLSchema" xmlns:p="http://schemas.microsoft.com/office/2006/metadata/properties" xmlns:ns3="4bef2775-9c41-4b0e-b382-1fb276cf9109" targetNamespace="http://schemas.microsoft.com/office/2006/metadata/properties" ma:root="true" ma:fieldsID="45834b4e22b10c45e1c097bba052670c" ns3:_="">
    <xsd:import namespace="4bef2775-9c41-4b0e-b382-1fb276cf9109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_activity" minOccurs="0"/>
                <xsd:element ref="ns3:MediaServiceGenerationTime" minOccurs="0"/>
                <xsd:element ref="ns3:MediaServiceEventHashCode" minOccurs="0"/>
                <xsd:element ref="ns3:MediaServiceSystemTags" minOccurs="0"/>
                <xsd:element ref="ns3:MediaServiceOCR" minOccurs="0"/>
                <xsd:element ref="ns3:MediaLengthInSecond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bef2775-9c41-4b0e-b382-1fb276cf9109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ystemTags" ma:index="16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4bef2775-9c41-4b0e-b382-1fb276cf9109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2306CA5-BA49-474A-8C65-7A842A890C9D}">
  <ds:schemaRefs>
    <ds:schemaRef ds:uri="4bef2775-9c41-4b0e-b382-1fb276cf9109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FFAA2473-681F-4243-92BD-C2ED165F0E8C}">
  <ds:schemaRefs>
    <ds:schemaRef ds:uri="4bef2775-9c41-4b0e-b382-1fb276cf9109"/>
    <ds:schemaRef ds:uri="http://purl.org/dc/elements/1.1/"/>
    <ds:schemaRef ds:uri="http://schemas.openxmlformats.org/package/2006/metadata/core-properties"/>
    <ds:schemaRef ds:uri="http://purl.org/dc/terms/"/>
    <ds:schemaRef ds:uri="http://purl.org/dc/dcmitype/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E3C63195-9AF3-498F-A872-9AFE48E076C3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101</TotalTime>
  <Words>295</Words>
  <Application>Microsoft Office PowerPoint</Application>
  <PresentationFormat>Widescreen</PresentationFormat>
  <Paragraphs>66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Arial</vt:lpstr>
      <vt:lpstr>Bahnschrift SemiBold Condensed</vt:lpstr>
      <vt:lpstr>Bahnschrift SemiCondensed</vt:lpstr>
      <vt:lpstr>Bauhaus 93</vt:lpstr>
      <vt:lpstr>Neue Haas Grotesk Text Pro</vt:lpstr>
      <vt:lpstr>VanillaVTI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Salvador  Garcia Bojorquez</dc:creator>
  <cp:lastModifiedBy>Salvador  Garcia Bojorquez</cp:lastModifiedBy>
  <cp:revision>4</cp:revision>
  <dcterms:created xsi:type="dcterms:W3CDTF">2025-11-12T16:07:26Z</dcterms:created>
  <dcterms:modified xsi:type="dcterms:W3CDTF">2025-12-02T23:10:53Z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0x01010061BE65B7F9EFB24A8C8A6A90CAC4DD5B</vt:lpwstr>
  </property>
</Properties>
</file>