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7237"/>
    <a:srgbClr val="1181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06" autoAdjust="0"/>
    <p:restoredTop sz="94641" autoAdjust="0"/>
  </p:normalViewPr>
  <p:slideViewPr>
    <p:cSldViewPr snapToGrid="0">
      <p:cViewPr>
        <p:scale>
          <a:sx n="33" d="100"/>
          <a:sy n="33" d="100"/>
        </p:scale>
        <p:origin x="2808" y="1133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20AE6-444C-4879-5BB0-58250CC0D8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68B5D2-5417-0C8C-FD66-C03061E9DF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FC505-BDE4-79F1-3BE3-AC2827584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9375AD-4C5A-7DFF-7C31-20C88D901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3FBDD-4C02-7D00-AF01-F673E31EF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46236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5AD601-3561-0FF3-C2F5-33F843014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D3F777-BD3A-BE17-C9FE-B63AB6771B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CDCF53-10D9-AC54-8AC0-F10210D33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B65F48-7888-C2E3-5DE1-E39E6814F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69793C-F65B-FACB-F1F9-97FC26D1F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476390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6DB9C-693E-6C0A-34A6-C4DE691AD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07F5B1-BB27-413E-E3C9-25493B3A8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7B42A4-5A80-F90E-351C-32C356F412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6153A4-FAD0-2DCE-9E18-727887B36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E4F00-DC8A-B350-1F19-EE1AD0D64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565088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4DDF4-217F-3CE4-0BF1-6D9A0659F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1259CF-7949-D37E-BE6B-9A5009AA85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C66580-9EF3-24D6-65B8-0F45C187AD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ECE34-DDF4-03DE-3BF7-5A60D82BFB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75AEC6-064D-046B-280E-CA30A5EC8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69E2E5-6E88-1D9E-5EA9-1DDB8895E7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6224941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2A4A1-F933-21E1-4FBF-8870BFCA9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1EF8FD-9699-3A9D-47A6-5DA4D5F38F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C1C60E-2862-9C2D-64FC-9C1F0AFAE6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FBB3C7-4ADA-FC90-6ED0-136F183A08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2995C6-E7C1-DD0F-9A53-A5BD5DF97C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9E6213-2337-EA4B-2F15-643FACDC6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7675D2C-7967-AB36-7C11-2EED61CFE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429B7AB-7E42-D045-CD32-E6665E2FA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98465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4B7EA-17D0-2E97-ED7B-3B825FF30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710566-CEFC-C5F3-7F4D-7C1EAD0E5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7F4090C-69AF-7A97-507B-9E1C00EA8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D1260F-2674-F517-B263-2E6F3997E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26435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BAC934-3F6E-5174-AFD8-A25596811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8D90C31-FECC-D69D-F85E-F4A5A6CDE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D4C64C-87DB-09F1-D81C-1FC19BC13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375173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71A50-6B64-3D2F-AD0A-5AD6D5A2B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B6847-1395-6D39-1898-9D300B8FB0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EA6E7-9B4D-2B5D-4436-D21AAE1B25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E2F8FE4-A258-79C5-86C0-42093E2BBB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1F61AA-58FB-D877-7C5D-28EA2D8B01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223F74-5591-38FF-CDF2-A90E4FD3E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40267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F0CC6-7119-62EC-6EFD-5D53705D76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5E2139-A9B0-EAED-916B-2ADC83FFBD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MX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5B770E6-63D1-AE17-1A7E-CB8A9F4C98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39708-E93C-4B94-EFE7-D1523C970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30801-70CA-5F9A-DAB5-532A2DBC5E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77601C-B4FD-4A5F-9EEC-0E31FC4607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6199378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056F8-EEA8-100E-DB24-DAEE204B2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74B412-6C0D-CEE6-A273-9A032DD93C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BC7A13-2C73-F81C-ED3D-8FFCC49977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C6EC75-EBF2-A87D-AB82-E96497C1E8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980990-5D2C-3A03-8120-33CF56E26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687972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0761BB-A809-CF73-F92E-3D2FF125BB5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E9A1CE-C24F-68FC-CD8A-FB5AF4D508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7995E6-D7E3-59E6-74CF-A8CB4EAA8C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127C9F-DD0C-F345-DEAC-D15CC0765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A1BCE9-2DE9-3DC1-B31D-875DAA193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9345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290CC0E-BC91-49EA-E2AD-C20F02C2A2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MX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8C4A80-5220-7335-5D19-CEDEDB1D36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A33076-5638-B874-34A0-5153E6A425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618AE5B-63BA-49CE-99EF-D9342E6857D2}" type="datetimeFigureOut">
              <a:rPr lang="es-MX" smtClean="0"/>
              <a:t>27/11/2025</a:t>
            </a:fld>
            <a:endParaRPr lang="es-MX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DC85A7-7BEF-ADD5-A422-A2366339B7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57E12C-5A0B-A43B-09C9-369AD78B6E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081316-98B3-4119-8564-F22622375144}" type="slidenum">
              <a:rPr lang="es-MX" smtClean="0"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2860285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D97A589B-A3B5-2901-A8E2-C9C7E167B547}"/>
              </a:ext>
            </a:extLst>
          </p:cNvPr>
          <p:cNvGrpSpPr/>
          <p:nvPr/>
        </p:nvGrpSpPr>
        <p:grpSpPr>
          <a:xfrm>
            <a:off x="9312000" y="-1"/>
            <a:ext cx="2880000" cy="6858000"/>
            <a:chOff x="9312000" y="-1"/>
            <a:chExt cx="2880000" cy="685800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309E3C1-F54B-395A-C784-8CEFED071041}"/>
                </a:ext>
              </a:extLst>
            </p:cNvPr>
            <p:cNvSpPr/>
            <p:nvPr/>
          </p:nvSpPr>
          <p:spPr>
            <a:xfrm flipH="1">
              <a:off x="10752000" y="-1"/>
              <a:ext cx="1440000" cy="6858000"/>
            </a:xfrm>
            <a:prstGeom prst="rect">
              <a:avLst/>
            </a:prstGeom>
            <a:solidFill>
              <a:srgbClr val="118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35110857-1D5F-D5CF-7239-A475EB3BD22E}"/>
                </a:ext>
              </a:extLst>
            </p:cNvPr>
            <p:cNvSpPr/>
            <p:nvPr/>
          </p:nvSpPr>
          <p:spPr>
            <a:xfrm>
              <a:off x="9312000" y="3977999"/>
              <a:ext cx="2880000" cy="2880000"/>
            </a:xfrm>
            <a:prstGeom prst="triangle">
              <a:avLst>
                <a:gd name="adj" fmla="val 100000"/>
              </a:avLst>
            </a:prstGeom>
            <a:solidFill>
              <a:srgbClr val="118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0" name="Isosceles Triangle 19">
              <a:extLst>
                <a:ext uri="{FF2B5EF4-FFF2-40B4-BE49-F238E27FC236}">
                  <a16:creationId xmlns:a16="http://schemas.microsoft.com/office/drawing/2014/main" id="{CC0DA7A5-60D7-5ABF-AAC0-EB2EB9CE9D8D}"/>
                </a:ext>
              </a:extLst>
            </p:cNvPr>
            <p:cNvSpPr/>
            <p:nvPr/>
          </p:nvSpPr>
          <p:spPr>
            <a:xfrm flipV="1">
              <a:off x="9312000" y="-1"/>
              <a:ext cx="2880000" cy="2880000"/>
            </a:xfrm>
            <a:prstGeom prst="triangle">
              <a:avLst>
                <a:gd name="adj" fmla="val 100000"/>
              </a:avLst>
            </a:prstGeom>
            <a:solidFill>
              <a:srgbClr val="1181C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AACE8ED-6D04-04D0-5B97-FE571F989501}"/>
              </a:ext>
            </a:extLst>
          </p:cNvPr>
          <p:cNvGrpSpPr/>
          <p:nvPr/>
        </p:nvGrpSpPr>
        <p:grpSpPr>
          <a:xfrm>
            <a:off x="0" y="-1"/>
            <a:ext cx="2880000" cy="6858001"/>
            <a:chOff x="0" y="-1"/>
            <a:chExt cx="2880000" cy="685800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25E376F-60A5-E696-65AB-A4C3E5CA66E4}"/>
                </a:ext>
              </a:extLst>
            </p:cNvPr>
            <p:cNvSpPr/>
            <p:nvPr/>
          </p:nvSpPr>
          <p:spPr>
            <a:xfrm>
              <a:off x="0" y="0"/>
              <a:ext cx="1440000" cy="6858000"/>
            </a:xfrm>
            <a:prstGeom prst="rect">
              <a:avLst/>
            </a:prstGeom>
            <a:solidFill>
              <a:srgbClr val="ED72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1" name="Isosceles Triangle 20">
              <a:extLst>
                <a:ext uri="{FF2B5EF4-FFF2-40B4-BE49-F238E27FC236}">
                  <a16:creationId xmlns:a16="http://schemas.microsoft.com/office/drawing/2014/main" id="{7442344B-8C32-6167-1855-E557D095238E}"/>
                </a:ext>
              </a:extLst>
            </p:cNvPr>
            <p:cNvSpPr/>
            <p:nvPr/>
          </p:nvSpPr>
          <p:spPr>
            <a:xfrm flipH="1">
              <a:off x="0" y="3977999"/>
              <a:ext cx="2880000" cy="2880000"/>
            </a:xfrm>
            <a:prstGeom prst="triangle">
              <a:avLst>
                <a:gd name="adj" fmla="val 100000"/>
              </a:avLst>
            </a:prstGeom>
            <a:solidFill>
              <a:srgbClr val="ED72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sp>
          <p:nvSpPr>
            <p:cNvPr id="22" name="Isosceles Triangle 21">
              <a:extLst>
                <a:ext uri="{FF2B5EF4-FFF2-40B4-BE49-F238E27FC236}">
                  <a16:creationId xmlns:a16="http://schemas.microsoft.com/office/drawing/2014/main" id="{385A6783-E802-9CE5-86CD-43F16B7FDE1E}"/>
                </a:ext>
              </a:extLst>
            </p:cNvPr>
            <p:cNvSpPr/>
            <p:nvPr/>
          </p:nvSpPr>
          <p:spPr>
            <a:xfrm flipH="1" flipV="1">
              <a:off x="0" y="-1"/>
              <a:ext cx="2880000" cy="2880000"/>
            </a:xfrm>
            <a:prstGeom prst="triangle">
              <a:avLst>
                <a:gd name="adj" fmla="val 100000"/>
              </a:avLst>
            </a:prstGeom>
            <a:solidFill>
              <a:srgbClr val="ED723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A7922323-8040-1C8D-B322-FCBEFA8409AE}"/>
              </a:ext>
            </a:extLst>
          </p:cNvPr>
          <p:cNvGrpSpPr/>
          <p:nvPr/>
        </p:nvGrpSpPr>
        <p:grpSpPr>
          <a:xfrm>
            <a:off x="4447515" y="2178495"/>
            <a:ext cx="3232445" cy="1403007"/>
            <a:chOff x="4551229" y="1016179"/>
            <a:chExt cx="3232445" cy="1403007"/>
          </a:xfrm>
        </p:grpSpPr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E8DCA09-8808-415D-A77C-B557995F7E11}"/>
                </a:ext>
              </a:extLst>
            </p:cNvPr>
            <p:cNvSpPr txBox="1"/>
            <p:nvPr/>
          </p:nvSpPr>
          <p:spPr>
            <a:xfrm>
              <a:off x="4551229" y="1016179"/>
              <a:ext cx="1119322" cy="1403007"/>
            </a:xfrm>
            <a:custGeom>
              <a:avLst/>
              <a:gdLst/>
              <a:ahLst/>
              <a:cxnLst/>
              <a:rect l="l" t="t" r="r" b="b"/>
              <a:pathLst>
                <a:path w="1119322" h="1403007">
                  <a:moveTo>
                    <a:pt x="0" y="0"/>
                  </a:moveTo>
                  <a:lnTo>
                    <a:pt x="535507" y="0"/>
                  </a:lnTo>
                  <a:cubicBezTo>
                    <a:pt x="698591" y="0"/>
                    <a:pt x="825016" y="40428"/>
                    <a:pt x="914781" y="121285"/>
                  </a:cubicBezTo>
                  <a:cubicBezTo>
                    <a:pt x="1014825" y="211736"/>
                    <a:pt x="1064847" y="326512"/>
                    <a:pt x="1064847" y="465613"/>
                  </a:cubicBezTo>
                  <a:cubicBezTo>
                    <a:pt x="1064847" y="607456"/>
                    <a:pt x="1002833" y="727028"/>
                    <a:pt x="878807" y="824331"/>
                  </a:cubicBezTo>
                  <a:lnTo>
                    <a:pt x="1119322" y="1403007"/>
                  </a:lnTo>
                  <a:lnTo>
                    <a:pt x="681461" y="1403007"/>
                  </a:lnTo>
                  <a:lnTo>
                    <a:pt x="478975" y="950756"/>
                  </a:lnTo>
                  <a:lnTo>
                    <a:pt x="478975" y="589982"/>
                  </a:lnTo>
                  <a:lnTo>
                    <a:pt x="511866" y="589982"/>
                  </a:lnTo>
                  <a:cubicBezTo>
                    <a:pt x="599576" y="589982"/>
                    <a:pt x="643430" y="552295"/>
                    <a:pt x="643430" y="476919"/>
                  </a:cubicBezTo>
                  <a:cubicBezTo>
                    <a:pt x="643430" y="410452"/>
                    <a:pt x="592723" y="377219"/>
                    <a:pt x="491309" y="377219"/>
                  </a:cubicBezTo>
                  <a:lnTo>
                    <a:pt x="417305" y="377219"/>
                  </a:lnTo>
                  <a:lnTo>
                    <a:pt x="417305" y="1403007"/>
                  </a:lnTo>
                  <a:lnTo>
                    <a:pt x="0" y="1403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81C3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 dirty="0">
                <a:latin typeface="Bauhaus 93" panose="04030905020B02020C02" pitchFamily="82" charset="0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4252E55-303A-E11B-D4D3-3DE76CB5B15C}"/>
                </a:ext>
              </a:extLst>
            </p:cNvPr>
            <p:cNvSpPr txBox="1"/>
            <p:nvPr/>
          </p:nvSpPr>
          <p:spPr>
            <a:xfrm>
              <a:off x="5808530" y="1016179"/>
              <a:ext cx="422091" cy="1403007"/>
            </a:xfrm>
            <a:custGeom>
              <a:avLst/>
              <a:gdLst/>
              <a:ahLst/>
              <a:cxnLst/>
              <a:rect l="l" t="t" r="r" b="b"/>
              <a:pathLst>
                <a:path w="422091" h="1403007">
                  <a:moveTo>
                    <a:pt x="0" y="0"/>
                  </a:moveTo>
                  <a:lnTo>
                    <a:pt x="422091" y="0"/>
                  </a:lnTo>
                  <a:lnTo>
                    <a:pt x="422091" y="376191"/>
                  </a:lnTo>
                  <a:lnTo>
                    <a:pt x="417305" y="376191"/>
                  </a:lnTo>
                  <a:lnTo>
                    <a:pt x="417305" y="1403007"/>
                  </a:lnTo>
                  <a:lnTo>
                    <a:pt x="0" y="140300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181C3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 dirty="0">
                <a:latin typeface="Bauhaus 93" panose="04030905020B02020C02" pitchFamily="82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A33B2BE-82F1-3164-279C-2CAD3C2EC7EE}"/>
                </a:ext>
              </a:extLst>
            </p:cNvPr>
            <p:cNvSpPr txBox="1"/>
            <p:nvPr/>
          </p:nvSpPr>
          <p:spPr>
            <a:xfrm>
              <a:off x="6230620" y="1016179"/>
              <a:ext cx="610892" cy="1403007"/>
            </a:xfrm>
            <a:custGeom>
              <a:avLst/>
              <a:gdLst/>
              <a:ahLst/>
              <a:cxnLst/>
              <a:rect l="l" t="t" r="r" b="b"/>
              <a:pathLst>
                <a:path w="610892" h="1403007">
                  <a:moveTo>
                    <a:pt x="0" y="0"/>
                  </a:moveTo>
                  <a:lnTo>
                    <a:pt x="87720" y="0"/>
                  </a:lnTo>
                  <a:cubicBezTo>
                    <a:pt x="389906" y="0"/>
                    <a:pt x="540999" y="118887"/>
                    <a:pt x="540999" y="356662"/>
                  </a:cubicBezTo>
                  <a:cubicBezTo>
                    <a:pt x="540999" y="474521"/>
                    <a:pt x="489264" y="572509"/>
                    <a:pt x="385794" y="650625"/>
                  </a:cubicBezTo>
                  <a:cubicBezTo>
                    <a:pt x="535859" y="715722"/>
                    <a:pt x="610892" y="831868"/>
                    <a:pt x="610892" y="999064"/>
                  </a:cubicBezTo>
                  <a:cubicBezTo>
                    <a:pt x="610892" y="1127202"/>
                    <a:pt x="566695" y="1229302"/>
                    <a:pt x="478300" y="1305362"/>
                  </a:cubicBezTo>
                  <a:cubicBezTo>
                    <a:pt x="435131" y="1341679"/>
                    <a:pt x="388878" y="1367033"/>
                    <a:pt x="339541" y="1381422"/>
                  </a:cubicBezTo>
                  <a:cubicBezTo>
                    <a:pt x="290205" y="1395812"/>
                    <a:pt x="223738" y="1403007"/>
                    <a:pt x="140140" y="1403007"/>
                  </a:cubicBezTo>
                  <a:lnTo>
                    <a:pt x="60996" y="1403007"/>
                  </a:lnTo>
                  <a:lnTo>
                    <a:pt x="60996" y="1042234"/>
                  </a:lnTo>
                  <a:lnTo>
                    <a:pt x="131917" y="1042234"/>
                  </a:lnTo>
                  <a:cubicBezTo>
                    <a:pt x="173716" y="1042234"/>
                    <a:pt x="203181" y="1036923"/>
                    <a:pt x="220312" y="1026302"/>
                  </a:cubicBezTo>
                  <a:cubicBezTo>
                    <a:pt x="237442" y="1015681"/>
                    <a:pt x="246008" y="997009"/>
                    <a:pt x="246008" y="970285"/>
                  </a:cubicBezTo>
                  <a:cubicBezTo>
                    <a:pt x="246008" y="925060"/>
                    <a:pt x="211061" y="902447"/>
                    <a:pt x="141168" y="902447"/>
                  </a:cubicBezTo>
                  <a:lnTo>
                    <a:pt x="60996" y="902447"/>
                  </a:lnTo>
                  <a:lnTo>
                    <a:pt x="60996" y="528312"/>
                  </a:lnTo>
                  <a:cubicBezTo>
                    <a:pt x="137741" y="528312"/>
                    <a:pt x="176115" y="501930"/>
                    <a:pt x="176115" y="449168"/>
                  </a:cubicBezTo>
                  <a:cubicBezTo>
                    <a:pt x="176115" y="400516"/>
                    <a:pt x="141510" y="376191"/>
                    <a:pt x="72302" y="376191"/>
                  </a:cubicBezTo>
                  <a:lnTo>
                    <a:pt x="0" y="376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D7237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 dirty="0">
                <a:latin typeface="Bauhaus 93" panose="04030905020B02020C02" pitchFamily="82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15E7F9F-DC10-F2A4-952F-32D14B8F8531}"/>
                </a:ext>
              </a:extLst>
            </p:cNvPr>
            <p:cNvSpPr txBox="1"/>
            <p:nvPr/>
          </p:nvSpPr>
          <p:spPr>
            <a:xfrm>
              <a:off x="6979900" y="1016179"/>
              <a:ext cx="803774" cy="1403007"/>
            </a:xfrm>
            <a:custGeom>
              <a:avLst/>
              <a:gdLst/>
              <a:ahLst/>
              <a:cxnLst/>
              <a:rect l="l" t="t" r="r" b="b"/>
              <a:pathLst>
                <a:path w="803774" h="1403007">
                  <a:moveTo>
                    <a:pt x="440945" y="0"/>
                  </a:moveTo>
                  <a:lnTo>
                    <a:pt x="803774" y="0"/>
                  </a:lnTo>
                  <a:lnTo>
                    <a:pt x="803774" y="402915"/>
                  </a:lnTo>
                  <a:lnTo>
                    <a:pt x="537562" y="402915"/>
                  </a:lnTo>
                  <a:cubicBezTo>
                    <a:pt x="465613" y="402915"/>
                    <a:pt x="429638" y="426212"/>
                    <a:pt x="429638" y="472808"/>
                  </a:cubicBezTo>
                  <a:cubicBezTo>
                    <a:pt x="429638" y="500217"/>
                    <a:pt x="438204" y="519232"/>
                    <a:pt x="455335" y="529853"/>
                  </a:cubicBezTo>
                  <a:cubicBezTo>
                    <a:pt x="472465" y="540474"/>
                    <a:pt x="502958" y="545785"/>
                    <a:pt x="546813" y="545785"/>
                  </a:cubicBezTo>
                  <a:lnTo>
                    <a:pt x="777050" y="545785"/>
                  </a:lnTo>
                  <a:lnTo>
                    <a:pt x="777050" y="858250"/>
                  </a:lnTo>
                  <a:lnTo>
                    <a:pt x="504671" y="858250"/>
                  </a:lnTo>
                  <a:cubicBezTo>
                    <a:pt x="467669" y="858250"/>
                    <a:pt x="441459" y="863731"/>
                    <a:pt x="426041" y="874695"/>
                  </a:cubicBezTo>
                  <a:cubicBezTo>
                    <a:pt x="410623" y="885659"/>
                    <a:pt x="402914" y="904160"/>
                    <a:pt x="402914" y="930199"/>
                  </a:cubicBezTo>
                  <a:cubicBezTo>
                    <a:pt x="402914" y="959664"/>
                    <a:pt x="410794" y="979021"/>
                    <a:pt x="426555" y="988272"/>
                  </a:cubicBezTo>
                  <a:cubicBezTo>
                    <a:pt x="442315" y="997523"/>
                    <a:pt x="474521" y="1002148"/>
                    <a:pt x="523172" y="1002148"/>
                  </a:cubicBezTo>
                  <a:lnTo>
                    <a:pt x="803774" y="1002148"/>
                  </a:lnTo>
                  <a:lnTo>
                    <a:pt x="803774" y="1403007"/>
                  </a:lnTo>
                  <a:lnTo>
                    <a:pt x="475891" y="1403007"/>
                  </a:lnTo>
                  <a:cubicBezTo>
                    <a:pt x="321715" y="1403007"/>
                    <a:pt x="203855" y="1366176"/>
                    <a:pt x="122313" y="1292514"/>
                  </a:cubicBezTo>
                  <a:cubicBezTo>
                    <a:pt x="40770" y="1218852"/>
                    <a:pt x="0" y="1112470"/>
                    <a:pt x="0" y="973368"/>
                  </a:cubicBezTo>
                  <a:lnTo>
                    <a:pt x="0" y="423472"/>
                  </a:lnTo>
                  <a:cubicBezTo>
                    <a:pt x="0" y="289167"/>
                    <a:pt x="38544" y="185012"/>
                    <a:pt x="115632" y="111007"/>
                  </a:cubicBezTo>
                  <a:cubicBezTo>
                    <a:pt x="192720" y="37002"/>
                    <a:pt x="301158" y="0"/>
                    <a:pt x="440945" y="0"/>
                  </a:cubicBezTo>
                  <a:close/>
                </a:path>
              </a:pathLst>
            </a:custGeom>
            <a:solidFill>
              <a:srgbClr val="ED7237"/>
            </a:solidFill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s-MX" sz="16600" dirty="0">
                <a:latin typeface="Bauhaus 93" panose="04030905020B02020C02" pitchFamily="82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98E8F3B-343F-AFEF-33F4-1A54A15E0B19}"/>
                </a:ext>
              </a:extLst>
            </p:cNvPr>
            <p:cNvSpPr/>
            <p:nvPr/>
          </p:nvSpPr>
          <p:spPr>
            <a:xfrm flipH="1">
              <a:off x="6223987" y="1016179"/>
              <a:ext cx="68228" cy="140300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35D1659D-104C-8DEA-609C-EDF6107E82F9}"/>
              </a:ext>
            </a:extLst>
          </p:cNvPr>
          <p:cNvSpPr txBox="1"/>
          <p:nvPr/>
        </p:nvSpPr>
        <p:spPr>
          <a:xfrm>
            <a:off x="4704080" y="4072795"/>
            <a:ext cx="27838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n w="12700">
                  <a:solidFill>
                    <a:srgbClr val="ED7237"/>
                  </a:solidFill>
                </a:ln>
                <a:solidFill>
                  <a:srgbClr val="ED7237"/>
                </a:solidFill>
                <a:latin typeface="Bahnschrift SemiBold Condensed" panose="020B0502040204020203" pitchFamily="34" charset="0"/>
                <a:cs typeface="Aharoni" panose="02010803020104030203" pitchFamily="2" charset="-79"/>
              </a:rPr>
              <a:t>Rutas Baja Express</a:t>
            </a:r>
            <a:endParaRPr lang="es-MX" sz="3200" dirty="0">
              <a:ln w="12700">
                <a:solidFill>
                  <a:srgbClr val="ED7237"/>
                </a:solidFill>
              </a:ln>
              <a:solidFill>
                <a:srgbClr val="ED7237"/>
              </a:solidFill>
              <a:latin typeface="Bahnschrift SemiBold Condensed" panose="020B0502040204020203" pitchFamily="34" charset="0"/>
              <a:cs typeface="Aharoni" panose="02010803020104030203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24172363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B2267-382D-7F65-DCE2-786037F19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71350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337</TotalTime>
  <Words>3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Bahnschrift SemiBold Condensed</vt:lpstr>
      <vt:lpstr>Bauhaus 93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Salvador  Garcia Bojorquez</dc:creator>
  <cp:lastModifiedBy>Salvador  Garcia Bojorquez</cp:lastModifiedBy>
  <cp:revision>9</cp:revision>
  <dcterms:created xsi:type="dcterms:W3CDTF">2025-11-12T16:07:26Z</dcterms:created>
  <dcterms:modified xsi:type="dcterms:W3CDTF">2025-11-27T20:36:04Z</dcterms:modified>
</cp:coreProperties>
</file>