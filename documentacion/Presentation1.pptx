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62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20AE6-444C-4879-5BB0-58250CC0D8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68B5D2-5417-0C8C-FD66-C03061E9DF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s-MX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EFC505-BDE4-79F1-3BE3-AC2827584C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8AE5B-63BA-49CE-99EF-D9342E6857D2}" type="datetimeFigureOut">
              <a:rPr lang="es-MX" smtClean="0"/>
              <a:t>12/11/2025</a:t>
            </a:fld>
            <a:endParaRPr lang="es-MX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9375AD-4C5A-7DFF-7C31-20C88D901A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13FBDD-4C02-7D00-AF01-F673E31EFC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081316-98B3-4119-8564-F2262237514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46236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5AD601-3561-0FF3-C2F5-33F8430141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D3F777-BD3A-BE17-C9FE-B63AB6771B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CDCF53-10D9-AC54-8AC0-F10210D332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8AE5B-63BA-49CE-99EF-D9342E6857D2}" type="datetimeFigureOut">
              <a:rPr lang="es-MX" smtClean="0"/>
              <a:t>12/11/2025</a:t>
            </a:fld>
            <a:endParaRPr lang="es-MX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B65F48-7888-C2E3-5DE1-E39E6814F1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69793C-F65B-FACB-F1F9-97FC26D1F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081316-98B3-4119-8564-F2262237514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476390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D6DB9C-693E-6C0A-34A6-C4DE691AD2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07F5B1-BB27-413E-E3C9-25493B3A85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7B42A4-5A80-F90E-351C-32C356F412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8AE5B-63BA-49CE-99EF-D9342E6857D2}" type="datetimeFigureOut">
              <a:rPr lang="es-MX" smtClean="0"/>
              <a:t>12/11/2025</a:t>
            </a:fld>
            <a:endParaRPr lang="es-MX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6153A4-FAD0-2DCE-9E18-727887B36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EE4F00-DC8A-B350-1F19-EE1AD0D64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081316-98B3-4119-8564-F2262237514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8565088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A4DDF4-217F-3CE4-0BF1-6D9A0659F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1259CF-7949-D37E-BE6B-9A5009AA85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C66580-9EF3-24D6-65B8-0F45C187AD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ECE34-DDF4-03DE-3BF7-5A60D82BFB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8AE5B-63BA-49CE-99EF-D9342E6857D2}" type="datetimeFigureOut">
              <a:rPr lang="es-MX" smtClean="0"/>
              <a:t>12/11/2025</a:t>
            </a:fld>
            <a:endParaRPr lang="es-MX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75AEC6-064D-046B-280E-CA30A5EC80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69E2E5-6E88-1D9E-5EA9-1DDB8895E7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081316-98B3-4119-8564-F2262237514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6224941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2A4A1-F933-21E1-4FBF-8870BFCA92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1EF8FD-9699-3A9D-47A6-5DA4D5F38F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C1C60E-2862-9C2D-64FC-9C1F0AFAE6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CFBB3C7-4ADA-FC90-6ED0-136F183A08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F2995C6-E7C1-DD0F-9A53-A5BD5DF97CC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19E6213-2337-EA4B-2F15-643FACDC6D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8AE5B-63BA-49CE-99EF-D9342E6857D2}" type="datetimeFigureOut">
              <a:rPr lang="es-MX" smtClean="0"/>
              <a:t>12/11/2025</a:t>
            </a:fld>
            <a:endParaRPr lang="es-MX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675D2C-7967-AB36-7C11-2EED61CFE7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429B7AB-7E42-D045-CD32-E6665E2FA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081316-98B3-4119-8564-F2262237514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498465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D4B7EA-17D0-2E97-ED7B-3B825FF30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710566-CEFC-C5F3-7F4D-7C1EAD0E5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8AE5B-63BA-49CE-99EF-D9342E6857D2}" type="datetimeFigureOut">
              <a:rPr lang="es-MX" smtClean="0"/>
              <a:t>12/11/2025</a:t>
            </a:fld>
            <a:endParaRPr lang="es-MX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7F4090C-69AF-7A97-507B-9E1C00EA87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CD1260F-2674-F517-B263-2E6F3997E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081316-98B3-4119-8564-F2262237514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1264354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DBAC934-3F6E-5174-AFD8-A255968119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8AE5B-63BA-49CE-99EF-D9342E6857D2}" type="datetimeFigureOut">
              <a:rPr lang="es-MX" smtClean="0"/>
              <a:t>12/11/2025</a:t>
            </a:fld>
            <a:endParaRPr lang="es-MX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8D90C31-FECC-D69D-F85E-F4A5A6CDE6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D4C64C-87DB-09F1-D81C-1FC19BC13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081316-98B3-4119-8564-F2262237514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3751737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71A50-6B64-3D2F-AD0A-5AD6D5A2B0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7B6847-1395-6D39-1898-9D300B8FB0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EA6E7-9B4D-2B5D-4436-D21AAE1B25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2F8FE4-A258-79C5-86C0-42093E2BBB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8AE5B-63BA-49CE-99EF-D9342E6857D2}" type="datetimeFigureOut">
              <a:rPr lang="es-MX" smtClean="0"/>
              <a:t>12/11/2025</a:t>
            </a:fld>
            <a:endParaRPr lang="es-MX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1F61AA-58FB-D877-7C5D-28EA2D8B01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223F74-5591-38FF-CDF2-A90E4FD3E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081316-98B3-4119-8564-F2262237514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3402670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FF0CC6-7119-62EC-6EFD-5D53705D76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B5E2139-A9B0-EAED-916B-2ADC83FFBD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MX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B770E6-63D1-AE17-1A7E-CB8A9F4C98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739708-E93C-4B94-EFE7-D1523C970C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8AE5B-63BA-49CE-99EF-D9342E6857D2}" type="datetimeFigureOut">
              <a:rPr lang="es-MX" smtClean="0"/>
              <a:t>12/11/2025</a:t>
            </a:fld>
            <a:endParaRPr lang="es-MX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D30801-70CA-5F9A-DAB5-532A2DBC5E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77601C-B4FD-4A5F-9EEC-0E31FC4607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081316-98B3-4119-8564-F2262237514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6199378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056F8-EEA8-100E-DB24-DAEE204B28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74B412-6C0D-CEE6-A273-9A032DD93C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BC7A13-2C73-F81C-ED3D-8FFCC49977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8AE5B-63BA-49CE-99EF-D9342E6857D2}" type="datetimeFigureOut">
              <a:rPr lang="es-MX" smtClean="0"/>
              <a:t>12/11/2025</a:t>
            </a:fld>
            <a:endParaRPr lang="es-MX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C6EC75-EBF2-A87D-AB82-E96497C1E8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980990-5D2C-3A03-8120-33CF56E26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081316-98B3-4119-8564-F2262237514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8687972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F0761BB-A809-CF73-F92E-3D2FF125BB5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4E9A1CE-C24F-68FC-CD8A-FB5AF4D508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7995E6-D7E3-59E6-74CF-A8CB4EAA8C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8AE5B-63BA-49CE-99EF-D9342E6857D2}" type="datetimeFigureOut">
              <a:rPr lang="es-MX" smtClean="0"/>
              <a:t>12/11/2025</a:t>
            </a:fld>
            <a:endParaRPr lang="es-MX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127C9F-DD0C-F345-DEAC-D15CC07658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A1BCE9-2DE9-3DC1-B31D-875DAA193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081316-98B3-4119-8564-F2262237514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709345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290CC0E-BC91-49EA-E2AD-C20F02C2A2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8C4A80-5220-7335-5D19-CEDEDB1D36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A33076-5638-B874-34A0-5153E6A425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18AE5B-63BA-49CE-99EF-D9342E6857D2}" type="datetimeFigureOut">
              <a:rPr lang="es-MX" smtClean="0"/>
              <a:t>12/11/2025</a:t>
            </a:fld>
            <a:endParaRPr lang="es-MX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DC85A7-7BEF-ADD5-A422-A2366339B7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57E12C-5A0B-A43B-09C9-369AD78B6E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081316-98B3-4119-8564-F2262237514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2860285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AC2181-850F-9D37-4BCA-796AB75C8A5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5AFB57-0429-E479-DD35-88241EDB0DC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0766920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Salvador  Garcia Bojorquez</dc:creator>
  <cp:lastModifiedBy>Salvador  Garcia Bojorquez</cp:lastModifiedBy>
  <cp:revision>1</cp:revision>
  <dcterms:created xsi:type="dcterms:W3CDTF">2025-11-12T16:07:26Z</dcterms:created>
  <dcterms:modified xsi:type="dcterms:W3CDTF">2025-11-12T16:07:52Z</dcterms:modified>
</cp:coreProperties>
</file>